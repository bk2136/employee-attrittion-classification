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5BD72E-D6D2-4A36-AC35-31079CF1A67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5627FB-B208-4F36-BEF9-26ADCED5C590}">
      <dgm:prSet/>
      <dgm:spPr/>
      <dgm:t>
        <a:bodyPr/>
        <a:lstStyle/>
        <a:p>
          <a:r>
            <a:rPr lang="en-US" dirty="0"/>
            <a:t>Main Research Question:</a:t>
          </a:r>
        </a:p>
      </dgm:t>
    </dgm:pt>
    <dgm:pt modelId="{F37AB788-351F-46D5-856E-BE11D9814AD1}" type="parTrans" cxnId="{C239C7D9-DCF1-40C3-A32D-83EBAE5BF223}">
      <dgm:prSet/>
      <dgm:spPr/>
      <dgm:t>
        <a:bodyPr/>
        <a:lstStyle/>
        <a:p>
          <a:endParaRPr lang="en-US"/>
        </a:p>
      </dgm:t>
    </dgm:pt>
    <dgm:pt modelId="{4B814FC4-145C-45DF-92A9-E60DEC2DE103}" type="sibTrans" cxnId="{C239C7D9-DCF1-40C3-A32D-83EBAE5BF223}">
      <dgm:prSet/>
      <dgm:spPr/>
      <dgm:t>
        <a:bodyPr/>
        <a:lstStyle/>
        <a:p>
          <a:endParaRPr lang="en-US"/>
        </a:p>
      </dgm:t>
    </dgm:pt>
    <dgm:pt modelId="{26C010F4-68BD-4F06-9B5C-D3870EE1ACDC}">
      <dgm:prSet custT="1"/>
      <dgm:spPr/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are we able to build a predictive model to identify employees at risk of attrition using HR data?</a:t>
          </a:r>
        </a:p>
      </dgm:t>
    </dgm:pt>
    <dgm:pt modelId="{EA67EF42-BD5E-49DC-BF56-C8ED5766A42E}" type="parTrans" cxnId="{BEFBB4AB-A62C-4538-A366-853C2A824018}">
      <dgm:prSet/>
      <dgm:spPr/>
      <dgm:t>
        <a:bodyPr/>
        <a:lstStyle/>
        <a:p>
          <a:endParaRPr lang="en-US"/>
        </a:p>
      </dgm:t>
    </dgm:pt>
    <dgm:pt modelId="{CC51D423-B579-4236-8BF6-A2A4054D5380}" type="sibTrans" cxnId="{BEFBB4AB-A62C-4538-A366-853C2A824018}">
      <dgm:prSet/>
      <dgm:spPr/>
      <dgm:t>
        <a:bodyPr/>
        <a:lstStyle/>
        <a:p>
          <a:endParaRPr lang="en-US"/>
        </a:p>
      </dgm:t>
    </dgm:pt>
    <dgm:pt modelId="{F54EF4BF-3600-4D99-BD39-5A3F31A2EF1B}">
      <dgm:prSet custT="1"/>
      <dgm:spPr/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Objectives:</a:t>
          </a:r>
        </a:p>
      </dgm:t>
    </dgm:pt>
    <dgm:pt modelId="{5E23D510-FC7F-4275-95D6-4A73FEA919D0}" type="parTrans" cxnId="{A4DC9293-31F2-4DE1-A56F-1254D46F0595}">
      <dgm:prSet/>
      <dgm:spPr/>
      <dgm:t>
        <a:bodyPr/>
        <a:lstStyle/>
        <a:p>
          <a:endParaRPr lang="en-US"/>
        </a:p>
      </dgm:t>
    </dgm:pt>
    <dgm:pt modelId="{7800F049-272E-4E7C-909C-2BE1C233EDA2}" type="sibTrans" cxnId="{A4DC9293-31F2-4DE1-A56F-1254D46F0595}">
      <dgm:prSet/>
      <dgm:spPr/>
      <dgm:t>
        <a:bodyPr/>
        <a:lstStyle/>
        <a:p>
          <a:endParaRPr lang="en-US"/>
        </a:p>
      </dgm:t>
    </dgm:pt>
    <dgm:pt modelId="{5B977818-FE78-41CE-BB62-3F475250CB9C}">
      <dgm:prSet custT="1"/>
      <dgm:spPr/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Develop classification models(GLM, SVM, Deep Learning)</a:t>
          </a:r>
        </a:p>
      </dgm:t>
    </dgm:pt>
    <dgm:pt modelId="{7F2CEC56-D0E8-4BB5-AE0F-2DAD1BEE0547}" type="parTrans" cxnId="{B7927D78-FF32-42E5-8A07-2A4A9DBA9BCF}">
      <dgm:prSet/>
      <dgm:spPr/>
      <dgm:t>
        <a:bodyPr/>
        <a:lstStyle/>
        <a:p>
          <a:endParaRPr lang="en-US"/>
        </a:p>
      </dgm:t>
    </dgm:pt>
    <dgm:pt modelId="{81ECBCB3-7F4F-49B6-AD79-3EC67DE6C72E}" type="sibTrans" cxnId="{B7927D78-FF32-42E5-8A07-2A4A9DBA9BCF}">
      <dgm:prSet/>
      <dgm:spPr/>
      <dgm:t>
        <a:bodyPr/>
        <a:lstStyle/>
        <a:p>
          <a:endParaRPr lang="en-US"/>
        </a:p>
      </dgm:t>
    </dgm:pt>
    <dgm:pt modelId="{E0088960-F1AD-41D1-8B67-939F4EBC8530}">
      <dgm:prSet custT="1"/>
      <dgm:spPr/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Compare model performance using metrics such as accuracy, AUC, sensitivity and specificity.</a:t>
          </a:r>
        </a:p>
      </dgm:t>
    </dgm:pt>
    <dgm:pt modelId="{3668DF04-5FB2-4C83-B7FA-8929F7529F8E}" type="parTrans" cxnId="{72410530-DAA3-405B-82F4-908651C01543}">
      <dgm:prSet/>
      <dgm:spPr/>
      <dgm:t>
        <a:bodyPr/>
        <a:lstStyle/>
        <a:p>
          <a:endParaRPr lang="en-US"/>
        </a:p>
      </dgm:t>
    </dgm:pt>
    <dgm:pt modelId="{BFD5926F-3BC7-485A-ACF6-74836C9285E3}" type="sibTrans" cxnId="{72410530-DAA3-405B-82F4-908651C01543}">
      <dgm:prSet/>
      <dgm:spPr/>
      <dgm:t>
        <a:bodyPr/>
        <a:lstStyle/>
        <a:p>
          <a:endParaRPr lang="en-US"/>
        </a:p>
      </dgm:t>
    </dgm:pt>
    <dgm:pt modelId="{D78D1ADC-D8CF-4F66-972A-89713A3B4ACB}">
      <dgm:prSet custT="1"/>
      <dgm:spPr/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Identify key features affecting attrition( e.g., overtime, age, job role)</a:t>
          </a:r>
        </a:p>
      </dgm:t>
    </dgm:pt>
    <dgm:pt modelId="{2A835F2A-621E-47F7-AE8D-8C3FA313BEF7}" type="parTrans" cxnId="{1F0C6F4A-E0A4-4171-AC97-377261ABCC4D}">
      <dgm:prSet/>
      <dgm:spPr/>
      <dgm:t>
        <a:bodyPr/>
        <a:lstStyle/>
        <a:p>
          <a:endParaRPr lang="en-US"/>
        </a:p>
      </dgm:t>
    </dgm:pt>
    <dgm:pt modelId="{C658BC49-6C7E-4027-B6A5-A98316682E8C}" type="sibTrans" cxnId="{1F0C6F4A-E0A4-4171-AC97-377261ABCC4D}">
      <dgm:prSet/>
      <dgm:spPr/>
      <dgm:t>
        <a:bodyPr/>
        <a:lstStyle/>
        <a:p>
          <a:endParaRPr lang="en-US"/>
        </a:p>
      </dgm:t>
    </dgm:pt>
    <dgm:pt modelId="{58728490-6FA7-4734-9C2E-0C305B3FBBB9}" type="pres">
      <dgm:prSet presAssocID="{585BD72E-D6D2-4A36-AC35-31079CF1A672}" presName="Name0" presStyleCnt="0">
        <dgm:presLayoutVars>
          <dgm:dir/>
          <dgm:resizeHandles val="exact"/>
        </dgm:presLayoutVars>
      </dgm:prSet>
      <dgm:spPr/>
    </dgm:pt>
    <dgm:pt modelId="{ED15E99B-1342-447A-8AB4-DF2D96EAE6BD}" type="pres">
      <dgm:prSet presAssocID="{845627FB-B208-4F36-BEF9-26ADCED5C590}" presName="node" presStyleLbl="node1" presStyleIdx="0" presStyleCnt="2">
        <dgm:presLayoutVars>
          <dgm:bulletEnabled val="1"/>
        </dgm:presLayoutVars>
      </dgm:prSet>
      <dgm:spPr/>
    </dgm:pt>
    <dgm:pt modelId="{4325C1A7-8157-4293-BFB3-279F8EB7C8FC}" type="pres">
      <dgm:prSet presAssocID="{4B814FC4-145C-45DF-92A9-E60DEC2DE103}" presName="sibTrans" presStyleLbl="sibTrans1D1" presStyleIdx="0" presStyleCnt="1"/>
      <dgm:spPr/>
    </dgm:pt>
    <dgm:pt modelId="{4AA2A306-A219-47D6-918F-6AAEE804959F}" type="pres">
      <dgm:prSet presAssocID="{4B814FC4-145C-45DF-92A9-E60DEC2DE103}" presName="connectorText" presStyleLbl="sibTrans1D1" presStyleIdx="0" presStyleCnt="1"/>
      <dgm:spPr/>
    </dgm:pt>
    <dgm:pt modelId="{42C24FFD-422E-4EA1-AB3B-7AD389C4ED4C}" type="pres">
      <dgm:prSet presAssocID="{26C010F4-68BD-4F06-9B5C-D3870EE1ACDC}" presName="node" presStyleLbl="node1" presStyleIdx="1" presStyleCnt="2">
        <dgm:presLayoutVars>
          <dgm:bulletEnabled val="1"/>
        </dgm:presLayoutVars>
      </dgm:prSet>
      <dgm:spPr/>
    </dgm:pt>
  </dgm:ptLst>
  <dgm:cxnLst>
    <dgm:cxn modelId="{537CA722-CBF1-466E-8684-387AAE54289F}" type="presOf" srcId="{5B977818-FE78-41CE-BB62-3F475250CB9C}" destId="{42C24FFD-422E-4EA1-AB3B-7AD389C4ED4C}" srcOrd="0" destOrd="2" presId="urn:microsoft.com/office/officeart/2016/7/layout/RepeatingBendingProcessNew"/>
    <dgm:cxn modelId="{E065912D-BA1A-48B2-AC9E-A20A090301DA}" type="presOf" srcId="{F54EF4BF-3600-4D99-BD39-5A3F31A2EF1B}" destId="{42C24FFD-422E-4EA1-AB3B-7AD389C4ED4C}" srcOrd="0" destOrd="1" presId="urn:microsoft.com/office/officeart/2016/7/layout/RepeatingBendingProcessNew"/>
    <dgm:cxn modelId="{72410530-DAA3-405B-82F4-908651C01543}" srcId="{F54EF4BF-3600-4D99-BD39-5A3F31A2EF1B}" destId="{E0088960-F1AD-41D1-8B67-939F4EBC8530}" srcOrd="1" destOrd="0" parTransId="{3668DF04-5FB2-4C83-B7FA-8929F7529F8E}" sibTransId="{BFD5926F-3BC7-485A-ACF6-74836C9285E3}"/>
    <dgm:cxn modelId="{22BACD3C-D23E-4A0E-91C9-C4EDAF9D581A}" type="presOf" srcId="{4B814FC4-145C-45DF-92A9-E60DEC2DE103}" destId="{4AA2A306-A219-47D6-918F-6AAEE804959F}" srcOrd="1" destOrd="0" presId="urn:microsoft.com/office/officeart/2016/7/layout/RepeatingBendingProcessNew"/>
    <dgm:cxn modelId="{0DB42448-CA7A-4105-BF5C-CE549A40BFE3}" type="presOf" srcId="{4B814FC4-145C-45DF-92A9-E60DEC2DE103}" destId="{4325C1A7-8157-4293-BFB3-279F8EB7C8FC}" srcOrd="0" destOrd="0" presId="urn:microsoft.com/office/officeart/2016/7/layout/RepeatingBendingProcessNew"/>
    <dgm:cxn modelId="{1F0C6F4A-E0A4-4171-AC97-377261ABCC4D}" srcId="{F54EF4BF-3600-4D99-BD39-5A3F31A2EF1B}" destId="{D78D1ADC-D8CF-4F66-972A-89713A3B4ACB}" srcOrd="2" destOrd="0" parTransId="{2A835F2A-621E-47F7-AE8D-8C3FA313BEF7}" sibTransId="{C658BC49-6C7E-4027-B6A5-A98316682E8C}"/>
    <dgm:cxn modelId="{53A67974-42C2-406D-BA98-58DC4FBCB63A}" type="presOf" srcId="{845627FB-B208-4F36-BEF9-26ADCED5C590}" destId="{ED15E99B-1342-447A-8AB4-DF2D96EAE6BD}" srcOrd="0" destOrd="0" presId="urn:microsoft.com/office/officeart/2016/7/layout/RepeatingBendingProcessNew"/>
    <dgm:cxn modelId="{B7927D78-FF32-42E5-8A07-2A4A9DBA9BCF}" srcId="{F54EF4BF-3600-4D99-BD39-5A3F31A2EF1B}" destId="{5B977818-FE78-41CE-BB62-3F475250CB9C}" srcOrd="0" destOrd="0" parTransId="{7F2CEC56-D0E8-4BB5-AE0F-2DAD1BEE0547}" sibTransId="{81ECBCB3-7F4F-49B6-AD79-3EC67DE6C72E}"/>
    <dgm:cxn modelId="{A4DC9293-31F2-4DE1-A56F-1254D46F0595}" srcId="{26C010F4-68BD-4F06-9B5C-D3870EE1ACDC}" destId="{F54EF4BF-3600-4D99-BD39-5A3F31A2EF1B}" srcOrd="0" destOrd="0" parTransId="{5E23D510-FC7F-4275-95D6-4A73FEA919D0}" sibTransId="{7800F049-272E-4E7C-909C-2BE1C233EDA2}"/>
    <dgm:cxn modelId="{BD399A9F-E5B3-4401-B1AE-F6D226885808}" type="presOf" srcId="{D78D1ADC-D8CF-4F66-972A-89713A3B4ACB}" destId="{42C24FFD-422E-4EA1-AB3B-7AD389C4ED4C}" srcOrd="0" destOrd="4" presId="urn:microsoft.com/office/officeart/2016/7/layout/RepeatingBendingProcessNew"/>
    <dgm:cxn modelId="{BEFBB4AB-A62C-4538-A366-853C2A824018}" srcId="{585BD72E-D6D2-4A36-AC35-31079CF1A672}" destId="{26C010F4-68BD-4F06-9B5C-D3870EE1ACDC}" srcOrd="1" destOrd="0" parTransId="{EA67EF42-BD5E-49DC-BF56-C8ED5766A42E}" sibTransId="{CC51D423-B579-4236-8BF6-A2A4054D5380}"/>
    <dgm:cxn modelId="{79F741AE-01F3-4E39-B550-5E4C33F9EC42}" type="presOf" srcId="{585BD72E-D6D2-4A36-AC35-31079CF1A672}" destId="{58728490-6FA7-4734-9C2E-0C305B3FBBB9}" srcOrd="0" destOrd="0" presId="urn:microsoft.com/office/officeart/2016/7/layout/RepeatingBendingProcessNew"/>
    <dgm:cxn modelId="{2EBEBDC8-2EE8-4C51-952E-385AEE8E08EC}" type="presOf" srcId="{E0088960-F1AD-41D1-8B67-939F4EBC8530}" destId="{42C24FFD-422E-4EA1-AB3B-7AD389C4ED4C}" srcOrd="0" destOrd="3" presId="urn:microsoft.com/office/officeart/2016/7/layout/RepeatingBendingProcessNew"/>
    <dgm:cxn modelId="{C239C7D9-DCF1-40C3-A32D-83EBAE5BF223}" srcId="{585BD72E-D6D2-4A36-AC35-31079CF1A672}" destId="{845627FB-B208-4F36-BEF9-26ADCED5C590}" srcOrd="0" destOrd="0" parTransId="{F37AB788-351F-46D5-856E-BE11D9814AD1}" sibTransId="{4B814FC4-145C-45DF-92A9-E60DEC2DE103}"/>
    <dgm:cxn modelId="{21168BDC-3D26-44FD-B541-8E0CDBE0A135}" type="presOf" srcId="{26C010F4-68BD-4F06-9B5C-D3870EE1ACDC}" destId="{42C24FFD-422E-4EA1-AB3B-7AD389C4ED4C}" srcOrd="0" destOrd="0" presId="urn:microsoft.com/office/officeart/2016/7/layout/RepeatingBendingProcessNew"/>
    <dgm:cxn modelId="{15074D1C-0813-4F9C-AD0A-ACF715B03F0E}" type="presParOf" srcId="{58728490-6FA7-4734-9C2E-0C305B3FBBB9}" destId="{ED15E99B-1342-447A-8AB4-DF2D96EAE6BD}" srcOrd="0" destOrd="0" presId="urn:microsoft.com/office/officeart/2016/7/layout/RepeatingBendingProcessNew"/>
    <dgm:cxn modelId="{508A5549-0419-4666-A44F-4A6DF82089D2}" type="presParOf" srcId="{58728490-6FA7-4734-9C2E-0C305B3FBBB9}" destId="{4325C1A7-8157-4293-BFB3-279F8EB7C8FC}" srcOrd="1" destOrd="0" presId="urn:microsoft.com/office/officeart/2016/7/layout/RepeatingBendingProcessNew"/>
    <dgm:cxn modelId="{A2262315-06AC-4623-BB4C-1235660D243A}" type="presParOf" srcId="{4325C1A7-8157-4293-BFB3-279F8EB7C8FC}" destId="{4AA2A306-A219-47D6-918F-6AAEE804959F}" srcOrd="0" destOrd="0" presId="urn:microsoft.com/office/officeart/2016/7/layout/RepeatingBendingProcessNew"/>
    <dgm:cxn modelId="{F01A762E-C84C-4A38-BB6A-AC55DE52B0FC}" type="presParOf" srcId="{58728490-6FA7-4734-9C2E-0C305B3FBBB9}" destId="{42C24FFD-422E-4EA1-AB3B-7AD389C4ED4C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A6F5DA-E404-496F-9EF4-F28A36C7764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A88EEF-C660-4E0C-94C9-2F977945CA8B}">
      <dgm:prSet/>
      <dgm:spPr/>
      <dgm:t>
        <a:bodyPr/>
        <a:lstStyle/>
        <a:p>
          <a:r>
            <a:rPr lang="en-US"/>
            <a:t>The data set is IBM HR Analytics data set.</a:t>
          </a:r>
        </a:p>
      </dgm:t>
    </dgm:pt>
    <dgm:pt modelId="{1C2AE856-F85E-4AB5-80C0-188A4C48897B}" type="parTrans" cxnId="{9EB9B182-EEE0-4B23-A9FB-2D7AD8605BFF}">
      <dgm:prSet/>
      <dgm:spPr/>
      <dgm:t>
        <a:bodyPr/>
        <a:lstStyle/>
        <a:p>
          <a:endParaRPr lang="en-US"/>
        </a:p>
      </dgm:t>
    </dgm:pt>
    <dgm:pt modelId="{43BD182C-0ADD-4F1A-9B70-B2EE284979E7}" type="sibTrans" cxnId="{9EB9B182-EEE0-4B23-A9FB-2D7AD8605BFF}">
      <dgm:prSet/>
      <dgm:spPr/>
      <dgm:t>
        <a:bodyPr/>
        <a:lstStyle/>
        <a:p>
          <a:endParaRPr lang="en-US"/>
        </a:p>
      </dgm:t>
    </dgm:pt>
    <dgm:pt modelId="{F97ECE6E-926A-4CAA-9FA4-036E2D146CF1}">
      <dgm:prSet/>
      <dgm:spPr/>
      <dgm:t>
        <a:bodyPr/>
        <a:lstStyle/>
        <a:p>
          <a:r>
            <a:rPr lang="en-US"/>
            <a:t>Contains 1470 observations</a:t>
          </a:r>
        </a:p>
      </dgm:t>
    </dgm:pt>
    <dgm:pt modelId="{23B67467-1CFD-4032-B0AD-B6647A6246AA}" type="parTrans" cxnId="{0E6DC426-2F39-48DE-AC2F-896D9B935D1B}">
      <dgm:prSet/>
      <dgm:spPr/>
      <dgm:t>
        <a:bodyPr/>
        <a:lstStyle/>
        <a:p>
          <a:endParaRPr lang="en-US"/>
        </a:p>
      </dgm:t>
    </dgm:pt>
    <dgm:pt modelId="{3DE9D9BF-5405-4ADB-80DA-C93A482BAA6A}" type="sibTrans" cxnId="{0E6DC426-2F39-48DE-AC2F-896D9B935D1B}">
      <dgm:prSet/>
      <dgm:spPr/>
      <dgm:t>
        <a:bodyPr/>
        <a:lstStyle/>
        <a:p>
          <a:endParaRPr lang="en-US"/>
        </a:p>
      </dgm:t>
    </dgm:pt>
    <dgm:pt modelId="{8511E3CC-11CA-4AA6-A236-3D3AC6059D10}">
      <dgm:prSet/>
      <dgm:spPr/>
      <dgm:t>
        <a:bodyPr/>
        <a:lstStyle/>
        <a:p>
          <a:r>
            <a:rPr lang="en-US"/>
            <a:t>Target variable: Attrition (Yes=1, No=0)</a:t>
          </a:r>
        </a:p>
      </dgm:t>
    </dgm:pt>
    <dgm:pt modelId="{AD7DC4F1-107B-4307-800F-E69747E107C9}" type="parTrans" cxnId="{63333C3A-1F95-4A6C-908C-16AE8F484A01}">
      <dgm:prSet/>
      <dgm:spPr/>
      <dgm:t>
        <a:bodyPr/>
        <a:lstStyle/>
        <a:p>
          <a:endParaRPr lang="en-US"/>
        </a:p>
      </dgm:t>
    </dgm:pt>
    <dgm:pt modelId="{59294926-E621-4538-BAD3-4C24E8A95BAB}" type="sibTrans" cxnId="{63333C3A-1F95-4A6C-908C-16AE8F484A01}">
      <dgm:prSet/>
      <dgm:spPr/>
      <dgm:t>
        <a:bodyPr/>
        <a:lstStyle/>
        <a:p>
          <a:endParaRPr lang="en-US"/>
        </a:p>
      </dgm:t>
    </dgm:pt>
    <dgm:pt modelId="{1F693825-A85D-421B-B5FE-8C15A3FA2F53}">
      <dgm:prSet/>
      <dgm:spPr/>
      <dgm:t>
        <a:bodyPr/>
        <a:lstStyle/>
        <a:p>
          <a:r>
            <a:rPr lang="en-US"/>
            <a:t>Key predictors: Age, monthly income, job role, over time, job satisfaction</a:t>
          </a:r>
        </a:p>
      </dgm:t>
    </dgm:pt>
    <dgm:pt modelId="{028A7A52-DA74-4ECE-8A10-F9F4071942C4}" type="parTrans" cxnId="{AEF008F9-1DB9-4A30-91ED-48F066BE4C65}">
      <dgm:prSet/>
      <dgm:spPr/>
      <dgm:t>
        <a:bodyPr/>
        <a:lstStyle/>
        <a:p>
          <a:endParaRPr lang="en-US"/>
        </a:p>
      </dgm:t>
    </dgm:pt>
    <dgm:pt modelId="{05534578-EE2B-463F-8F11-E441993EDD5E}" type="sibTrans" cxnId="{AEF008F9-1DB9-4A30-91ED-48F066BE4C65}">
      <dgm:prSet/>
      <dgm:spPr/>
      <dgm:t>
        <a:bodyPr/>
        <a:lstStyle/>
        <a:p>
          <a:endParaRPr lang="en-US"/>
        </a:p>
      </dgm:t>
    </dgm:pt>
    <dgm:pt modelId="{8F8ED75B-32FC-4BFD-832F-3868CAC292B7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D6940D27-7158-457F-8690-05E26C40FDA6}" type="parTrans" cxnId="{11C80906-3AB2-4FE5-B447-6BC449061B81}">
      <dgm:prSet/>
      <dgm:spPr/>
      <dgm:t>
        <a:bodyPr/>
        <a:lstStyle/>
        <a:p>
          <a:endParaRPr lang="en-US"/>
        </a:p>
      </dgm:t>
    </dgm:pt>
    <dgm:pt modelId="{0F3D0768-57F9-4EFD-9BB4-F3F4A66CA5B9}" type="sibTrans" cxnId="{11C80906-3AB2-4FE5-B447-6BC449061B81}">
      <dgm:prSet/>
      <dgm:spPr/>
      <dgm:t>
        <a:bodyPr/>
        <a:lstStyle/>
        <a:p>
          <a:endParaRPr lang="en-US"/>
        </a:p>
      </dgm:t>
    </dgm:pt>
    <dgm:pt modelId="{C2BB070E-74FB-4C56-9474-FD73C0799C07}">
      <dgm:prSet/>
      <dgm:spPr/>
      <dgm:t>
        <a:bodyPr/>
        <a:lstStyle/>
        <a:p>
          <a:r>
            <a:rPr lang="en-US"/>
            <a:t>Constant columns were removed</a:t>
          </a:r>
        </a:p>
      </dgm:t>
    </dgm:pt>
    <dgm:pt modelId="{09F5D656-215D-4A97-A42F-9D4BF3AFB8A7}" type="parTrans" cxnId="{E2C2379C-7B6E-4EE5-9078-BA2F1219676E}">
      <dgm:prSet/>
      <dgm:spPr/>
      <dgm:t>
        <a:bodyPr/>
        <a:lstStyle/>
        <a:p>
          <a:endParaRPr lang="en-US"/>
        </a:p>
      </dgm:t>
    </dgm:pt>
    <dgm:pt modelId="{33F3068E-4927-4A3C-AC59-BD18572B98F8}" type="sibTrans" cxnId="{E2C2379C-7B6E-4EE5-9078-BA2F1219676E}">
      <dgm:prSet/>
      <dgm:spPr/>
      <dgm:t>
        <a:bodyPr/>
        <a:lstStyle/>
        <a:p>
          <a:endParaRPr lang="en-US"/>
        </a:p>
      </dgm:t>
    </dgm:pt>
    <dgm:pt modelId="{F493959D-8806-41E6-948B-90108F7F973C}">
      <dgm:prSet/>
      <dgm:spPr/>
      <dgm:t>
        <a:bodyPr/>
        <a:lstStyle/>
        <a:p>
          <a:r>
            <a:rPr lang="en-US"/>
            <a:t>Converted categorical variables to factors</a:t>
          </a:r>
        </a:p>
      </dgm:t>
    </dgm:pt>
    <dgm:pt modelId="{7290D7DB-557D-44E1-A8EE-7ED45B41B2C8}" type="parTrans" cxnId="{72C7F4A4-1528-46CA-8356-F0E03357C459}">
      <dgm:prSet/>
      <dgm:spPr/>
      <dgm:t>
        <a:bodyPr/>
        <a:lstStyle/>
        <a:p>
          <a:endParaRPr lang="en-US"/>
        </a:p>
      </dgm:t>
    </dgm:pt>
    <dgm:pt modelId="{548A0835-7A82-4A7C-8E77-DCA9390D1BE4}" type="sibTrans" cxnId="{72C7F4A4-1528-46CA-8356-F0E03357C459}">
      <dgm:prSet/>
      <dgm:spPr/>
      <dgm:t>
        <a:bodyPr/>
        <a:lstStyle/>
        <a:p>
          <a:endParaRPr lang="en-US"/>
        </a:p>
      </dgm:t>
    </dgm:pt>
    <dgm:pt modelId="{F34C712E-A3A0-4FB9-AFC1-9177580F4C01}">
      <dgm:prSet/>
      <dgm:spPr/>
      <dgm:t>
        <a:bodyPr/>
        <a:lstStyle/>
        <a:p>
          <a:r>
            <a:rPr lang="en-US"/>
            <a:t>Scaled feature for SVM and neural networks</a:t>
          </a:r>
        </a:p>
      </dgm:t>
    </dgm:pt>
    <dgm:pt modelId="{10CE6510-8288-41FB-93EF-0638FF2E89B5}" type="parTrans" cxnId="{12DB8265-9554-478A-A8D1-56A5257D1045}">
      <dgm:prSet/>
      <dgm:spPr/>
      <dgm:t>
        <a:bodyPr/>
        <a:lstStyle/>
        <a:p>
          <a:endParaRPr lang="en-US"/>
        </a:p>
      </dgm:t>
    </dgm:pt>
    <dgm:pt modelId="{2761FACD-D101-44BD-BB37-293E822ED566}" type="sibTrans" cxnId="{12DB8265-9554-478A-A8D1-56A5257D1045}">
      <dgm:prSet/>
      <dgm:spPr/>
      <dgm:t>
        <a:bodyPr/>
        <a:lstStyle/>
        <a:p>
          <a:endParaRPr lang="en-US"/>
        </a:p>
      </dgm:t>
    </dgm:pt>
    <dgm:pt modelId="{51684195-808F-4C0F-8945-D37483EDF327}">
      <dgm:prSet/>
      <dgm:spPr/>
      <dgm:t>
        <a:bodyPr/>
        <a:lstStyle/>
        <a:p>
          <a:r>
            <a:rPr lang="en-US"/>
            <a:t>Limitations:</a:t>
          </a:r>
        </a:p>
      </dgm:t>
    </dgm:pt>
    <dgm:pt modelId="{A85306FA-A0F0-4986-88F5-A4E1206A9850}" type="parTrans" cxnId="{5CDE2030-52DD-4691-A06C-026AB9F8F4DC}">
      <dgm:prSet/>
      <dgm:spPr/>
      <dgm:t>
        <a:bodyPr/>
        <a:lstStyle/>
        <a:p>
          <a:endParaRPr lang="en-US"/>
        </a:p>
      </dgm:t>
    </dgm:pt>
    <dgm:pt modelId="{75437D98-522B-494B-89ED-8654FBD22EC8}" type="sibTrans" cxnId="{5CDE2030-52DD-4691-A06C-026AB9F8F4DC}">
      <dgm:prSet/>
      <dgm:spPr/>
      <dgm:t>
        <a:bodyPr/>
        <a:lstStyle/>
        <a:p>
          <a:endParaRPr lang="en-US"/>
        </a:p>
      </dgm:t>
    </dgm:pt>
    <dgm:pt modelId="{05773AD8-C340-420A-AB95-857A07770E81}">
      <dgm:prSet/>
      <dgm:spPr/>
      <dgm:t>
        <a:bodyPr/>
        <a:lstStyle/>
        <a:p>
          <a:r>
            <a:rPr lang="en-US"/>
            <a:t>Imbalanced classes( more yes than no)</a:t>
          </a:r>
        </a:p>
      </dgm:t>
    </dgm:pt>
    <dgm:pt modelId="{D6A612AD-59CF-412B-91F9-53B5600AF913}" type="parTrans" cxnId="{23B40B77-49AC-4BBC-98EE-8AA2C12A01E9}">
      <dgm:prSet/>
      <dgm:spPr/>
      <dgm:t>
        <a:bodyPr/>
        <a:lstStyle/>
        <a:p>
          <a:endParaRPr lang="en-US"/>
        </a:p>
      </dgm:t>
    </dgm:pt>
    <dgm:pt modelId="{B28BFE35-6956-4C05-BCFF-1527D267FD79}" type="sibTrans" cxnId="{23B40B77-49AC-4BBC-98EE-8AA2C12A01E9}">
      <dgm:prSet/>
      <dgm:spPr/>
      <dgm:t>
        <a:bodyPr/>
        <a:lstStyle/>
        <a:p>
          <a:endParaRPr lang="en-US"/>
        </a:p>
      </dgm:t>
    </dgm:pt>
    <dgm:pt modelId="{916AD40D-26C1-44EE-BEE0-91A0B7DDA956}">
      <dgm:prSet/>
      <dgm:spPr/>
      <dgm:t>
        <a:bodyPr/>
        <a:lstStyle/>
        <a:p>
          <a:r>
            <a:rPr lang="en-US"/>
            <a:t>some variables offered little predictive power(e.g., over 18). </a:t>
          </a:r>
        </a:p>
      </dgm:t>
    </dgm:pt>
    <dgm:pt modelId="{9EBD9342-4FF3-4A7F-A2A2-EB3761DDB98D}" type="parTrans" cxnId="{F2246683-28F5-46FB-BBD6-07E87BE23CCA}">
      <dgm:prSet/>
      <dgm:spPr/>
      <dgm:t>
        <a:bodyPr/>
        <a:lstStyle/>
        <a:p>
          <a:endParaRPr lang="en-US"/>
        </a:p>
      </dgm:t>
    </dgm:pt>
    <dgm:pt modelId="{AEF8F2A6-C09B-4557-BA45-2C1A11D96C4E}" type="sibTrans" cxnId="{F2246683-28F5-46FB-BBD6-07E87BE23CCA}">
      <dgm:prSet/>
      <dgm:spPr/>
      <dgm:t>
        <a:bodyPr/>
        <a:lstStyle/>
        <a:p>
          <a:endParaRPr lang="en-US"/>
        </a:p>
      </dgm:t>
    </dgm:pt>
    <dgm:pt modelId="{2C6A059C-3122-4A30-914B-136FB8AD9F86}" type="pres">
      <dgm:prSet presAssocID="{FFA6F5DA-E404-496F-9EF4-F28A36C77647}" presName="Name0" presStyleCnt="0">
        <dgm:presLayoutVars>
          <dgm:dir/>
          <dgm:resizeHandles val="exact"/>
        </dgm:presLayoutVars>
      </dgm:prSet>
      <dgm:spPr/>
    </dgm:pt>
    <dgm:pt modelId="{AE84D1BB-8E79-4676-BA89-3CBBA2560442}" type="pres">
      <dgm:prSet presAssocID="{BDA88EEF-C660-4E0C-94C9-2F977945CA8B}" presName="node" presStyleLbl="node1" presStyleIdx="0" presStyleCnt="8">
        <dgm:presLayoutVars>
          <dgm:bulletEnabled val="1"/>
        </dgm:presLayoutVars>
      </dgm:prSet>
      <dgm:spPr/>
    </dgm:pt>
    <dgm:pt modelId="{21C96E90-3B20-4CAE-81F9-7714F83F20A0}" type="pres">
      <dgm:prSet presAssocID="{43BD182C-0ADD-4F1A-9B70-B2EE284979E7}" presName="sibTrans" presStyleLbl="sibTrans1D1" presStyleIdx="0" presStyleCnt="7"/>
      <dgm:spPr/>
    </dgm:pt>
    <dgm:pt modelId="{2397D207-5295-4DCF-B33C-DF6D75110611}" type="pres">
      <dgm:prSet presAssocID="{43BD182C-0ADD-4F1A-9B70-B2EE284979E7}" presName="connectorText" presStyleLbl="sibTrans1D1" presStyleIdx="0" presStyleCnt="7"/>
      <dgm:spPr/>
    </dgm:pt>
    <dgm:pt modelId="{C35A64C8-E41C-4400-8934-21834E0C1A61}" type="pres">
      <dgm:prSet presAssocID="{F97ECE6E-926A-4CAA-9FA4-036E2D146CF1}" presName="node" presStyleLbl="node1" presStyleIdx="1" presStyleCnt="8">
        <dgm:presLayoutVars>
          <dgm:bulletEnabled val="1"/>
        </dgm:presLayoutVars>
      </dgm:prSet>
      <dgm:spPr/>
    </dgm:pt>
    <dgm:pt modelId="{73E41577-6292-4702-BD21-88D4C8A895FC}" type="pres">
      <dgm:prSet presAssocID="{3DE9D9BF-5405-4ADB-80DA-C93A482BAA6A}" presName="sibTrans" presStyleLbl="sibTrans1D1" presStyleIdx="1" presStyleCnt="7"/>
      <dgm:spPr/>
    </dgm:pt>
    <dgm:pt modelId="{37F4E87C-CF7B-4A08-BE2A-7BC9879B9DE5}" type="pres">
      <dgm:prSet presAssocID="{3DE9D9BF-5405-4ADB-80DA-C93A482BAA6A}" presName="connectorText" presStyleLbl="sibTrans1D1" presStyleIdx="1" presStyleCnt="7"/>
      <dgm:spPr/>
    </dgm:pt>
    <dgm:pt modelId="{4767E0D5-CB3A-45D8-A299-B5673E6E9EFB}" type="pres">
      <dgm:prSet presAssocID="{8511E3CC-11CA-4AA6-A236-3D3AC6059D10}" presName="node" presStyleLbl="node1" presStyleIdx="2" presStyleCnt="8">
        <dgm:presLayoutVars>
          <dgm:bulletEnabled val="1"/>
        </dgm:presLayoutVars>
      </dgm:prSet>
      <dgm:spPr/>
    </dgm:pt>
    <dgm:pt modelId="{C2B9239B-E26E-4A76-A930-260A9792D896}" type="pres">
      <dgm:prSet presAssocID="{59294926-E621-4538-BAD3-4C24E8A95BAB}" presName="sibTrans" presStyleLbl="sibTrans1D1" presStyleIdx="2" presStyleCnt="7"/>
      <dgm:spPr/>
    </dgm:pt>
    <dgm:pt modelId="{EDFEBDA2-23F0-461F-85F4-D8DCCE894CF1}" type="pres">
      <dgm:prSet presAssocID="{59294926-E621-4538-BAD3-4C24E8A95BAB}" presName="connectorText" presStyleLbl="sibTrans1D1" presStyleIdx="2" presStyleCnt="7"/>
      <dgm:spPr/>
    </dgm:pt>
    <dgm:pt modelId="{DD3C636E-2A76-4DA9-A349-7A1991D818D6}" type="pres">
      <dgm:prSet presAssocID="{1F693825-A85D-421B-B5FE-8C15A3FA2F53}" presName="node" presStyleLbl="node1" presStyleIdx="3" presStyleCnt="8">
        <dgm:presLayoutVars>
          <dgm:bulletEnabled val="1"/>
        </dgm:presLayoutVars>
      </dgm:prSet>
      <dgm:spPr/>
    </dgm:pt>
    <dgm:pt modelId="{256C9F32-D048-4A65-8CAF-85764BE792B4}" type="pres">
      <dgm:prSet presAssocID="{05534578-EE2B-463F-8F11-E441993EDD5E}" presName="sibTrans" presStyleLbl="sibTrans1D1" presStyleIdx="3" presStyleCnt="7"/>
      <dgm:spPr/>
    </dgm:pt>
    <dgm:pt modelId="{0A5088E3-C557-441D-BBBE-92C909FE35ED}" type="pres">
      <dgm:prSet presAssocID="{05534578-EE2B-463F-8F11-E441993EDD5E}" presName="connectorText" presStyleLbl="sibTrans1D1" presStyleIdx="3" presStyleCnt="7"/>
      <dgm:spPr/>
    </dgm:pt>
    <dgm:pt modelId="{EBA1B733-CFC7-4254-8AB5-C98791629C9D}" type="pres">
      <dgm:prSet presAssocID="{8F8ED75B-32FC-4BFD-832F-3868CAC292B7}" presName="node" presStyleLbl="node1" presStyleIdx="4" presStyleCnt="8">
        <dgm:presLayoutVars>
          <dgm:bulletEnabled val="1"/>
        </dgm:presLayoutVars>
      </dgm:prSet>
      <dgm:spPr/>
    </dgm:pt>
    <dgm:pt modelId="{1635D1B7-AF8A-4F91-BD22-DDE6CD5F2322}" type="pres">
      <dgm:prSet presAssocID="{0F3D0768-57F9-4EFD-9BB4-F3F4A66CA5B9}" presName="sibTrans" presStyleLbl="sibTrans1D1" presStyleIdx="4" presStyleCnt="7"/>
      <dgm:spPr/>
    </dgm:pt>
    <dgm:pt modelId="{F8A395AD-8C29-4A34-BDE7-C38A7504294D}" type="pres">
      <dgm:prSet presAssocID="{0F3D0768-57F9-4EFD-9BB4-F3F4A66CA5B9}" presName="connectorText" presStyleLbl="sibTrans1D1" presStyleIdx="4" presStyleCnt="7"/>
      <dgm:spPr/>
    </dgm:pt>
    <dgm:pt modelId="{17215109-A7EF-4634-B41E-41B3C2F4CB40}" type="pres">
      <dgm:prSet presAssocID="{51684195-808F-4C0F-8945-D37483EDF327}" presName="node" presStyleLbl="node1" presStyleIdx="5" presStyleCnt="8">
        <dgm:presLayoutVars>
          <dgm:bulletEnabled val="1"/>
        </dgm:presLayoutVars>
      </dgm:prSet>
      <dgm:spPr/>
    </dgm:pt>
    <dgm:pt modelId="{F029D4CF-3DE6-4ECE-B01B-B6629F3790E1}" type="pres">
      <dgm:prSet presAssocID="{75437D98-522B-494B-89ED-8654FBD22EC8}" presName="sibTrans" presStyleLbl="sibTrans1D1" presStyleIdx="5" presStyleCnt="7"/>
      <dgm:spPr/>
    </dgm:pt>
    <dgm:pt modelId="{79CD09EE-F8A3-443A-AA55-F4D8A0DA5F06}" type="pres">
      <dgm:prSet presAssocID="{75437D98-522B-494B-89ED-8654FBD22EC8}" presName="connectorText" presStyleLbl="sibTrans1D1" presStyleIdx="5" presStyleCnt="7"/>
      <dgm:spPr/>
    </dgm:pt>
    <dgm:pt modelId="{ABA28017-3C8B-417E-AE44-1A8C74283024}" type="pres">
      <dgm:prSet presAssocID="{05773AD8-C340-420A-AB95-857A07770E81}" presName="node" presStyleLbl="node1" presStyleIdx="6" presStyleCnt="8">
        <dgm:presLayoutVars>
          <dgm:bulletEnabled val="1"/>
        </dgm:presLayoutVars>
      </dgm:prSet>
      <dgm:spPr/>
    </dgm:pt>
    <dgm:pt modelId="{8FB6E238-CF40-4A62-ADC7-35535FA73E72}" type="pres">
      <dgm:prSet presAssocID="{B28BFE35-6956-4C05-BCFF-1527D267FD79}" presName="sibTrans" presStyleLbl="sibTrans1D1" presStyleIdx="6" presStyleCnt="7"/>
      <dgm:spPr/>
    </dgm:pt>
    <dgm:pt modelId="{35CA1E62-7EC7-4D13-92DE-CF3671405152}" type="pres">
      <dgm:prSet presAssocID="{B28BFE35-6956-4C05-BCFF-1527D267FD79}" presName="connectorText" presStyleLbl="sibTrans1D1" presStyleIdx="6" presStyleCnt="7"/>
      <dgm:spPr/>
    </dgm:pt>
    <dgm:pt modelId="{167E0E9F-FA6F-4C00-9A94-83DB858CED75}" type="pres">
      <dgm:prSet presAssocID="{916AD40D-26C1-44EE-BEE0-91A0B7DDA956}" presName="node" presStyleLbl="node1" presStyleIdx="7" presStyleCnt="8">
        <dgm:presLayoutVars>
          <dgm:bulletEnabled val="1"/>
        </dgm:presLayoutVars>
      </dgm:prSet>
      <dgm:spPr/>
    </dgm:pt>
  </dgm:ptLst>
  <dgm:cxnLst>
    <dgm:cxn modelId="{7E2A2E01-F510-4402-9D16-23CDA7431031}" type="presOf" srcId="{B28BFE35-6956-4C05-BCFF-1527D267FD79}" destId="{35CA1E62-7EC7-4D13-92DE-CF3671405152}" srcOrd="1" destOrd="0" presId="urn:microsoft.com/office/officeart/2016/7/layout/RepeatingBendingProcessNew"/>
    <dgm:cxn modelId="{11C80906-3AB2-4FE5-B447-6BC449061B81}" srcId="{FFA6F5DA-E404-496F-9EF4-F28A36C77647}" destId="{8F8ED75B-32FC-4BFD-832F-3868CAC292B7}" srcOrd="4" destOrd="0" parTransId="{D6940D27-7158-457F-8690-05E26C40FDA6}" sibTransId="{0F3D0768-57F9-4EFD-9BB4-F3F4A66CA5B9}"/>
    <dgm:cxn modelId="{BFFB3215-8C14-4973-B2D5-141C34703C5F}" type="presOf" srcId="{05773AD8-C340-420A-AB95-857A07770E81}" destId="{ABA28017-3C8B-417E-AE44-1A8C74283024}" srcOrd="0" destOrd="0" presId="urn:microsoft.com/office/officeart/2016/7/layout/RepeatingBendingProcessNew"/>
    <dgm:cxn modelId="{2908D719-290A-434A-AB0F-0A1525E66307}" type="presOf" srcId="{FFA6F5DA-E404-496F-9EF4-F28A36C77647}" destId="{2C6A059C-3122-4A30-914B-136FB8AD9F86}" srcOrd="0" destOrd="0" presId="urn:microsoft.com/office/officeart/2016/7/layout/RepeatingBendingProcessNew"/>
    <dgm:cxn modelId="{A6A24B20-257A-449C-84AF-1B11A81DC4B1}" type="presOf" srcId="{05534578-EE2B-463F-8F11-E441993EDD5E}" destId="{256C9F32-D048-4A65-8CAF-85764BE792B4}" srcOrd="0" destOrd="0" presId="urn:microsoft.com/office/officeart/2016/7/layout/RepeatingBendingProcessNew"/>
    <dgm:cxn modelId="{0E6DC426-2F39-48DE-AC2F-896D9B935D1B}" srcId="{FFA6F5DA-E404-496F-9EF4-F28A36C77647}" destId="{F97ECE6E-926A-4CAA-9FA4-036E2D146CF1}" srcOrd="1" destOrd="0" parTransId="{23B67467-1CFD-4032-B0AD-B6647A6246AA}" sibTransId="{3DE9D9BF-5405-4ADB-80DA-C93A482BAA6A}"/>
    <dgm:cxn modelId="{5CDE2030-52DD-4691-A06C-026AB9F8F4DC}" srcId="{FFA6F5DA-E404-496F-9EF4-F28A36C77647}" destId="{51684195-808F-4C0F-8945-D37483EDF327}" srcOrd="5" destOrd="0" parTransId="{A85306FA-A0F0-4986-88F5-A4E1206A9850}" sibTransId="{75437D98-522B-494B-89ED-8654FBD22EC8}"/>
    <dgm:cxn modelId="{63333C3A-1F95-4A6C-908C-16AE8F484A01}" srcId="{FFA6F5DA-E404-496F-9EF4-F28A36C77647}" destId="{8511E3CC-11CA-4AA6-A236-3D3AC6059D10}" srcOrd="2" destOrd="0" parTransId="{AD7DC4F1-107B-4307-800F-E69747E107C9}" sibTransId="{59294926-E621-4538-BAD3-4C24E8A95BAB}"/>
    <dgm:cxn modelId="{D356683E-9799-45E3-B149-9DB54A5023D5}" type="presOf" srcId="{F97ECE6E-926A-4CAA-9FA4-036E2D146CF1}" destId="{C35A64C8-E41C-4400-8934-21834E0C1A61}" srcOrd="0" destOrd="0" presId="urn:microsoft.com/office/officeart/2016/7/layout/RepeatingBendingProcessNew"/>
    <dgm:cxn modelId="{79B89A5D-532C-4B29-8080-98713E72C5AE}" type="presOf" srcId="{F493959D-8806-41E6-948B-90108F7F973C}" destId="{EBA1B733-CFC7-4254-8AB5-C98791629C9D}" srcOrd="0" destOrd="2" presId="urn:microsoft.com/office/officeart/2016/7/layout/RepeatingBendingProcessNew"/>
    <dgm:cxn modelId="{12DB8265-9554-478A-A8D1-56A5257D1045}" srcId="{8F8ED75B-32FC-4BFD-832F-3868CAC292B7}" destId="{F34C712E-A3A0-4FB9-AFC1-9177580F4C01}" srcOrd="2" destOrd="0" parTransId="{10CE6510-8288-41FB-93EF-0638FF2E89B5}" sibTransId="{2761FACD-D101-44BD-BB37-293E822ED566}"/>
    <dgm:cxn modelId="{FBA85446-7D12-4FDD-8EC7-1DBFB92FAAD5}" type="presOf" srcId="{75437D98-522B-494B-89ED-8654FBD22EC8}" destId="{79CD09EE-F8A3-443A-AA55-F4D8A0DA5F06}" srcOrd="1" destOrd="0" presId="urn:microsoft.com/office/officeart/2016/7/layout/RepeatingBendingProcessNew"/>
    <dgm:cxn modelId="{23B40B77-49AC-4BBC-98EE-8AA2C12A01E9}" srcId="{FFA6F5DA-E404-496F-9EF4-F28A36C77647}" destId="{05773AD8-C340-420A-AB95-857A07770E81}" srcOrd="6" destOrd="0" parTransId="{D6A612AD-59CF-412B-91F9-53B5600AF913}" sibTransId="{B28BFE35-6956-4C05-BCFF-1527D267FD79}"/>
    <dgm:cxn modelId="{156E197F-6112-43BE-AA8F-B969847E36FB}" type="presOf" srcId="{3DE9D9BF-5405-4ADB-80DA-C93A482BAA6A}" destId="{37F4E87C-CF7B-4A08-BE2A-7BC9879B9DE5}" srcOrd="1" destOrd="0" presId="urn:microsoft.com/office/officeart/2016/7/layout/RepeatingBendingProcessNew"/>
    <dgm:cxn modelId="{9EB9B182-EEE0-4B23-A9FB-2D7AD8605BFF}" srcId="{FFA6F5DA-E404-496F-9EF4-F28A36C77647}" destId="{BDA88EEF-C660-4E0C-94C9-2F977945CA8B}" srcOrd="0" destOrd="0" parTransId="{1C2AE856-F85E-4AB5-80C0-188A4C48897B}" sibTransId="{43BD182C-0ADD-4F1A-9B70-B2EE284979E7}"/>
    <dgm:cxn modelId="{F2246683-28F5-46FB-BBD6-07E87BE23CCA}" srcId="{FFA6F5DA-E404-496F-9EF4-F28A36C77647}" destId="{916AD40D-26C1-44EE-BEE0-91A0B7DDA956}" srcOrd="7" destOrd="0" parTransId="{9EBD9342-4FF3-4A7F-A2A2-EB3761DDB98D}" sibTransId="{AEF8F2A6-C09B-4557-BA45-2C1A11D96C4E}"/>
    <dgm:cxn modelId="{A36F7294-6827-4CD2-90CA-502F643FE6C1}" type="presOf" srcId="{3DE9D9BF-5405-4ADB-80DA-C93A482BAA6A}" destId="{73E41577-6292-4702-BD21-88D4C8A895FC}" srcOrd="0" destOrd="0" presId="urn:microsoft.com/office/officeart/2016/7/layout/RepeatingBendingProcessNew"/>
    <dgm:cxn modelId="{E2C2379C-7B6E-4EE5-9078-BA2F1219676E}" srcId="{8F8ED75B-32FC-4BFD-832F-3868CAC292B7}" destId="{C2BB070E-74FB-4C56-9474-FD73C0799C07}" srcOrd="0" destOrd="0" parTransId="{09F5D656-215D-4A97-A42F-9D4BF3AFB8A7}" sibTransId="{33F3068E-4927-4A3C-AC59-BD18572B98F8}"/>
    <dgm:cxn modelId="{45E4059D-DD7E-4B87-82A1-B876A6841447}" type="presOf" srcId="{51684195-808F-4C0F-8945-D37483EDF327}" destId="{17215109-A7EF-4634-B41E-41B3C2F4CB40}" srcOrd="0" destOrd="0" presId="urn:microsoft.com/office/officeart/2016/7/layout/RepeatingBendingProcessNew"/>
    <dgm:cxn modelId="{21741BA0-7E21-41DE-9EA0-EC011DAA4730}" type="presOf" srcId="{8511E3CC-11CA-4AA6-A236-3D3AC6059D10}" destId="{4767E0D5-CB3A-45D8-A299-B5673E6E9EFB}" srcOrd="0" destOrd="0" presId="urn:microsoft.com/office/officeart/2016/7/layout/RepeatingBendingProcessNew"/>
    <dgm:cxn modelId="{72C7F4A4-1528-46CA-8356-F0E03357C459}" srcId="{8F8ED75B-32FC-4BFD-832F-3868CAC292B7}" destId="{F493959D-8806-41E6-948B-90108F7F973C}" srcOrd="1" destOrd="0" parTransId="{7290D7DB-557D-44E1-A8EE-7ED45B41B2C8}" sibTransId="{548A0835-7A82-4A7C-8E77-DCA9390D1BE4}"/>
    <dgm:cxn modelId="{3137DCA5-E44B-43B5-A01E-4B2865DDA3A8}" type="presOf" srcId="{59294926-E621-4538-BAD3-4C24E8A95BAB}" destId="{C2B9239B-E26E-4A76-A930-260A9792D896}" srcOrd="0" destOrd="0" presId="urn:microsoft.com/office/officeart/2016/7/layout/RepeatingBendingProcessNew"/>
    <dgm:cxn modelId="{4FF346A7-EB8C-483F-B9B9-2BF2138D64EC}" type="presOf" srcId="{43BD182C-0ADD-4F1A-9B70-B2EE284979E7}" destId="{2397D207-5295-4DCF-B33C-DF6D75110611}" srcOrd="1" destOrd="0" presId="urn:microsoft.com/office/officeart/2016/7/layout/RepeatingBendingProcessNew"/>
    <dgm:cxn modelId="{480DFAA8-FF4F-484D-8509-E50083422452}" type="presOf" srcId="{75437D98-522B-494B-89ED-8654FBD22EC8}" destId="{F029D4CF-3DE6-4ECE-B01B-B6629F3790E1}" srcOrd="0" destOrd="0" presId="urn:microsoft.com/office/officeart/2016/7/layout/RepeatingBendingProcessNew"/>
    <dgm:cxn modelId="{83C93CB1-AB8D-47AE-8677-FEEB3DF4C796}" type="presOf" srcId="{05534578-EE2B-463F-8F11-E441993EDD5E}" destId="{0A5088E3-C557-441D-BBBE-92C909FE35ED}" srcOrd="1" destOrd="0" presId="urn:microsoft.com/office/officeart/2016/7/layout/RepeatingBendingProcessNew"/>
    <dgm:cxn modelId="{8C8CAFB5-D8A7-48A1-B543-E850D2DEA2E6}" type="presOf" srcId="{0F3D0768-57F9-4EFD-9BB4-F3F4A66CA5B9}" destId="{F8A395AD-8C29-4A34-BDE7-C38A7504294D}" srcOrd="1" destOrd="0" presId="urn:microsoft.com/office/officeart/2016/7/layout/RepeatingBendingProcessNew"/>
    <dgm:cxn modelId="{8B4C97BA-38FD-45C5-8ECA-657C0E21FA4D}" type="presOf" srcId="{43BD182C-0ADD-4F1A-9B70-B2EE284979E7}" destId="{21C96E90-3B20-4CAE-81F9-7714F83F20A0}" srcOrd="0" destOrd="0" presId="urn:microsoft.com/office/officeart/2016/7/layout/RepeatingBendingProcessNew"/>
    <dgm:cxn modelId="{095201C5-EEFA-4D2C-85D5-6C10A415495E}" type="presOf" srcId="{59294926-E621-4538-BAD3-4C24E8A95BAB}" destId="{EDFEBDA2-23F0-461F-85F4-D8DCCE894CF1}" srcOrd="1" destOrd="0" presId="urn:microsoft.com/office/officeart/2016/7/layout/RepeatingBendingProcessNew"/>
    <dgm:cxn modelId="{CB95ADC7-FCBE-4071-AD34-E71B1CB1A045}" type="presOf" srcId="{BDA88EEF-C660-4E0C-94C9-2F977945CA8B}" destId="{AE84D1BB-8E79-4676-BA89-3CBBA2560442}" srcOrd="0" destOrd="0" presId="urn:microsoft.com/office/officeart/2016/7/layout/RepeatingBendingProcessNew"/>
    <dgm:cxn modelId="{5332ACC8-6081-4A86-9FB5-DF2850B90A87}" type="presOf" srcId="{F34C712E-A3A0-4FB9-AFC1-9177580F4C01}" destId="{EBA1B733-CFC7-4254-8AB5-C98791629C9D}" srcOrd="0" destOrd="3" presId="urn:microsoft.com/office/officeart/2016/7/layout/RepeatingBendingProcessNew"/>
    <dgm:cxn modelId="{E52ADBCB-673E-4654-BA5A-7F33F4B05F86}" type="presOf" srcId="{8F8ED75B-32FC-4BFD-832F-3868CAC292B7}" destId="{EBA1B733-CFC7-4254-8AB5-C98791629C9D}" srcOrd="0" destOrd="0" presId="urn:microsoft.com/office/officeart/2016/7/layout/RepeatingBendingProcessNew"/>
    <dgm:cxn modelId="{7F769CD1-3E12-4B44-9F8A-5FD3D76FCD11}" type="presOf" srcId="{0F3D0768-57F9-4EFD-9BB4-F3F4A66CA5B9}" destId="{1635D1B7-AF8A-4F91-BD22-DDE6CD5F2322}" srcOrd="0" destOrd="0" presId="urn:microsoft.com/office/officeart/2016/7/layout/RepeatingBendingProcessNew"/>
    <dgm:cxn modelId="{B88479D7-E225-4678-B656-AB33DAE2342E}" type="presOf" srcId="{1F693825-A85D-421B-B5FE-8C15A3FA2F53}" destId="{DD3C636E-2A76-4DA9-A349-7A1991D818D6}" srcOrd="0" destOrd="0" presId="urn:microsoft.com/office/officeart/2016/7/layout/RepeatingBendingProcessNew"/>
    <dgm:cxn modelId="{8F093DE0-E92D-4012-BD0A-89170D1E5209}" type="presOf" srcId="{B28BFE35-6956-4C05-BCFF-1527D267FD79}" destId="{8FB6E238-CF40-4A62-ADC7-35535FA73E72}" srcOrd="0" destOrd="0" presId="urn:microsoft.com/office/officeart/2016/7/layout/RepeatingBendingProcessNew"/>
    <dgm:cxn modelId="{009FA0E9-BB98-4703-81CB-3323F5797C64}" type="presOf" srcId="{C2BB070E-74FB-4C56-9474-FD73C0799C07}" destId="{EBA1B733-CFC7-4254-8AB5-C98791629C9D}" srcOrd="0" destOrd="1" presId="urn:microsoft.com/office/officeart/2016/7/layout/RepeatingBendingProcessNew"/>
    <dgm:cxn modelId="{5136DFEC-7071-462C-A8D7-3CB4ADFFD3A1}" type="presOf" srcId="{916AD40D-26C1-44EE-BEE0-91A0B7DDA956}" destId="{167E0E9F-FA6F-4C00-9A94-83DB858CED75}" srcOrd="0" destOrd="0" presId="urn:microsoft.com/office/officeart/2016/7/layout/RepeatingBendingProcessNew"/>
    <dgm:cxn modelId="{AEF008F9-1DB9-4A30-91ED-48F066BE4C65}" srcId="{FFA6F5DA-E404-496F-9EF4-F28A36C77647}" destId="{1F693825-A85D-421B-B5FE-8C15A3FA2F53}" srcOrd="3" destOrd="0" parTransId="{028A7A52-DA74-4ECE-8A10-F9F4071942C4}" sibTransId="{05534578-EE2B-463F-8F11-E441993EDD5E}"/>
    <dgm:cxn modelId="{5086EBE0-E006-492E-BC7B-5B29D68AEAE8}" type="presParOf" srcId="{2C6A059C-3122-4A30-914B-136FB8AD9F86}" destId="{AE84D1BB-8E79-4676-BA89-3CBBA2560442}" srcOrd="0" destOrd="0" presId="urn:microsoft.com/office/officeart/2016/7/layout/RepeatingBendingProcessNew"/>
    <dgm:cxn modelId="{FA36D9D7-A6A9-4B6A-95C3-0AB5A4E2A32F}" type="presParOf" srcId="{2C6A059C-3122-4A30-914B-136FB8AD9F86}" destId="{21C96E90-3B20-4CAE-81F9-7714F83F20A0}" srcOrd="1" destOrd="0" presId="urn:microsoft.com/office/officeart/2016/7/layout/RepeatingBendingProcessNew"/>
    <dgm:cxn modelId="{969E8415-4917-4190-9EE8-64348DCBDBB2}" type="presParOf" srcId="{21C96E90-3B20-4CAE-81F9-7714F83F20A0}" destId="{2397D207-5295-4DCF-B33C-DF6D75110611}" srcOrd="0" destOrd="0" presId="urn:microsoft.com/office/officeart/2016/7/layout/RepeatingBendingProcessNew"/>
    <dgm:cxn modelId="{8CF99F39-D612-4D81-B858-340E9E79099E}" type="presParOf" srcId="{2C6A059C-3122-4A30-914B-136FB8AD9F86}" destId="{C35A64C8-E41C-4400-8934-21834E0C1A61}" srcOrd="2" destOrd="0" presId="urn:microsoft.com/office/officeart/2016/7/layout/RepeatingBendingProcessNew"/>
    <dgm:cxn modelId="{674008BA-E451-48EF-A76E-266BF58B53BD}" type="presParOf" srcId="{2C6A059C-3122-4A30-914B-136FB8AD9F86}" destId="{73E41577-6292-4702-BD21-88D4C8A895FC}" srcOrd="3" destOrd="0" presId="urn:microsoft.com/office/officeart/2016/7/layout/RepeatingBendingProcessNew"/>
    <dgm:cxn modelId="{12D323D7-264A-4352-87A3-80E03A09902A}" type="presParOf" srcId="{73E41577-6292-4702-BD21-88D4C8A895FC}" destId="{37F4E87C-CF7B-4A08-BE2A-7BC9879B9DE5}" srcOrd="0" destOrd="0" presId="urn:microsoft.com/office/officeart/2016/7/layout/RepeatingBendingProcessNew"/>
    <dgm:cxn modelId="{0054281B-0E96-43D8-9624-0BDD14AB8705}" type="presParOf" srcId="{2C6A059C-3122-4A30-914B-136FB8AD9F86}" destId="{4767E0D5-CB3A-45D8-A299-B5673E6E9EFB}" srcOrd="4" destOrd="0" presId="urn:microsoft.com/office/officeart/2016/7/layout/RepeatingBendingProcessNew"/>
    <dgm:cxn modelId="{ACE92511-CE35-4B7F-8383-40A8ACF2C7F8}" type="presParOf" srcId="{2C6A059C-3122-4A30-914B-136FB8AD9F86}" destId="{C2B9239B-E26E-4A76-A930-260A9792D896}" srcOrd="5" destOrd="0" presId="urn:microsoft.com/office/officeart/2016/7/layout/RepeatingBendingProcessNew"/>
    <dgm:cxn modelId="{7579AAF9-8CE4-465C-882E-62A16EFA6E90}" type="presParOf" srcId="{C2B9239B-E26E-4A76-A930-260A9792D896}" destId="{EDFEBDA2-23F0-461F-85F4-D8DCCE894CF1}" srcOrd="0" destOrd="0" presId="urn:microsoft.com/office/officeart/2016/7/layout/RepeatingBendingProcessNew"/>
    <dgm:cxn modelId="{4862BB4A-4BD9-4942-B030-9398928F552E}" type="presParOf" srcId="{2C6A059C-3122-4A30-914B-136FB8AD9F86}" destId="{DD3C636E-2A76-4DA9-A349-7A1991D818D6}" srcOrd="6" destOrd="0" presId="urn:microsoft.com/office/officeart/2016/7/layout/RepeatingBendingProcessNew"/>
    <dgm:cxn modelId="{8743D83E-2596-4E89-B197-F6E0EBD67471}" type="presParOf" srcId="{2C6A059C-3122-4A30-914B-136FB8AD9F86}" destId="{256C9F32-D048-4A65-8CAF-85764BE792B4}" srcOrd="7" destOrd="0" presId="urn:microsoft.com/office/officeart/2016/7/layout/RepeatingBendingProcessNew"/>
    <dgm:cxn modelId="{63FE96E0-825F-49BE-9E70-F0AD7FCE53DF}" type="presParOf" srcId="{256C9F32-D048-4A65-8CAF-85764BE792B4}" destId="{0A5088E3-C557-441D-BBBE-92C909FE35ED}" srcOrd="0" destOrd="0" presId="urn:microsoft.com/office/officeart/2016/7/layout/RepeatingBendingProcessNew"/>
    <dgm:cxn modelId="{19822714-4683-477E-A8B6-F5C182CA0CF9}" type="presParOf" srcId="{2C6A059C-3122-4A30-914B-136FB8AD9F86}" destId="{EBA1B733-CFC7-4254-8AB5-C98791629C9D}" srcOrd="8" destOrd="0" presId="urn:microsoft.com/office/officeart/2016/7/layout/RepeatingBendingProcessNew"/>
    <dgm:cxn modelId="{0AFB16CC-D105-4EEB-88E5-8DAF000817EA}" type="presParOf" srcId="{2C6A059C-3122-4A30-914B-136FB8AD9F86}" destId="{1635D1B7-AF8A-4F91-BD22-DDE6CD5F2322}" srcOrd="9" destOrd="0" presId="urn:microsoft.com/office/officeart/2016/7/layout/RepeatingBendingProcessNew"/>
    <dgm:cxn modelId="{93599348-A68C-4F69-B4FB-6A61997F22A6}" type="presParOf" srcId="{1635D1B7-AF8A-4F91-BD22-DDE6CD5F2322}" destId="{F8A395AD-8C29-4A34-BDE7-C38A7504294D}" srcOrd="0" destOrd="0" presId="urn:microsoft.com/office/officeart/2016/7/layout/RepeatingBendingProcessNew"/>
    <dgm:cxn modelId="{021D7CCD-2192-4CC2-86A9-B43BCFF22608}" type="presParOf" srcId="{2C6A059C-3122-4A30-914B-136FB8AD9F86}" destId="{17215109-A7EF-4634-B41E-41B3C2F4CB40}" srcOrd="10" destOrd="0" presId="urn:microsoft.com/office/officeart/2016/7/layout/RepeatingBendingProcessNew"/>
    <dgm:cxn modelId="{88B87D05-80A6-4551-9D15-C3B179FDD0CB}" type="presParOf" srcId="{2C6A059C-3122-4A30-914B-136FB8AD9F86}" destId="{F029D4CF-3DE6-4ECE-B01B-B6629F3790E1}" srcOrd="11" destOrd="0" presId="urn:microsoft.com/office/officeart/2016/7/layout/RepeatingBendingProcessNew"/>
    <dgm:cxn modelId="{EE55B889-FC7D-43E3-A015-3D7093ACA03D}" type="presParOf" srcId="{F029D4CF-3DE6-4ECE-B01B-B6629F3790E1}" destId="{79CD09EE-F8A3-443A-AA55-F4D8A0DA5F06}" srcOrd="0" destOrd="0" presId="urn:microsoft.com/office/officeart/2016/7/layout/RepeatingBendingProcessNew"/>
    <dgm:cxn modelId="{CEE8ACF1-8280-4508-AD07-18393A5FC459}" type="presParOf" srcId="{2C6A059C-3122-4A30-914B-136FB8AD9F86}" destId="{ABA28017-3C8B-417E-AE44-1A8C74283024}" srcOrd="12" destOrd="0" presId="urn:microsoft.com/office/officeart/2016/7/layout/RepeatingBendingProcessNew"/>
    <dgm:cxn modelId="{27F18359-D000-45FE-B3A7-8BE1DDC49113}" type="presParOf" srcId="{2C6A059C-3122-4A30-914B-136FB8AD9F86}" destId="{8FB6E238-CF40-4A62-ADC7-35535FA73E72}" srcOrd="13" destOrd="0" presId="urn:microsoft.com/office/officeart/2016/7/layout/RepeatingBendingProcessNew"/>
    <dgm:cxn modelId="{67AF5CD6-2540-4452-A935-987C3A0B385C}" type="presParOf" srcId="{8FB6E238-CF40-4A62-ADC7-35535FA73E72}" destId="{35CA1E62-7EC7-4D13-92DE-CF3671405152}" srcOrd="0" destOrd="0" presId="urn:microsoft.com/office/officeart/2016/7/layout/RepeatingBendingProcessNew"/>
    <dgm:cxn modelId="{CBDC07BE-A7E0-4DDE-90DB-92B06817EFA0}" type="presParOf" srcId="{2C6A059C-3122-4A30-914B-136FB8AD9F86}" destId="{167E0E9F-FA6F-4C00-9A94-83DB858CED75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487A38-DE93-4476-9F57-B9642CE6858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B3F4BBF-6D57-4D71-98BD-F4D79BDB126D}">
      <dgm:prSet/>
      <dgm:spPr/>
      <dgm:t>
        <a:bodyPr/>
        <a:lstStyle/>
        <a:p>
          <a:r>
            <a:rPr lang="en-US"/>
            <a:t>Glm (Logistic Regression):</a:t>
          </a:r>
        </a:p>
      </dgm:t>
    </dgm:pt>
    <dgm:pt modelId="{880198BC-90A5-47DC-A64F-D96EDB2F8538}" type="parTrans" cxnId="{48FA3675-B40C-493B-9A32-C0B0CE61E630}">
      <dgm:prSet/>
      <dgm:spPr/>
      <dgm:t>
        <a:bodyPr/>
        <a:lstStyle/>
        <a:p>
          <a:endParaRPr lang="en-US"/>
        </a:p>
      </dgm:t>
    </dgm:pt>
    <dgm:pt modelId="{9711749A-F1B8-4381-AC74-F9F4A4A8C67A}" type="sibTrans" cxnId="{48FA3675-B40C-493B-9A32-C0B0CE61E630}">
      <dgm:prSet/>
      <dgm:spPr/>
      <dgm:t>
        <a:bodyPr/>
        <a:lstStyle/>
        <a:p>
          <a:endParaRPr lang="en-US"/>
        </a:p>
      </dgm:t>
    </dgm:pt>
    <dgm:pt modelId="{B30F2D85-FC50-4EB1-8031-CEFE449EA897}">
      <dgm:prSet/>
      <dgm:spPr/>
      <dgm:t>
        <a:bodyPr/>
        <a:lstStyle/>
        <a:p>
          <a:r>
            <a:rPr lang="en-US"/>
            <a:t>Simple and easily interpretable</a:t>
          </a:r>
        </a:p>
      </dgm:t>
    </dgm:pt>
    <dgm:pt modelId="{17099142-CD72-4592-9602-78CA6D78CE31}" type="parTrans" cxnId="{EB0A7B60-3C9E-4620-A7D6-1FAEF7E89F46}">
      <dgm:prSet/>
      <dgm:spPr/>
      <dgm:t>
        <a:bodyPr/>
        <a:lstStyle/>
        <a:p>
          <a:endParaRPr lang="en-US"/>
        </a:p>
      </dgm:t>
    </dgm:pt>
    <dgm:pt modelId="{A1DD4895-7139-4842-A593-7BAFB3D26CC3}" type="sibTrans" cxnId="{EB0A7B60-3C9E-4620-A7D6-1FAEF7E89F46}">
      <dgm:prSet/>
      <dgm:spPr/>
      <dgm:t>
        <a:bodyPr/>
        <a:lstStyle/>
        <a:p>
          <a:endParaRPr lang="en-US"/>
        </a:p>
      </dgm:t>
    </dgm:pt>
    <dgm:pt modelId="{32F01DB4-EF7A-4775-A2B4-1B39704BD1BF}">
      <dgm:prSet/>
      <dgm:spPr/>
      <dgm:t>
        <a:bodyPr/>
        <a:lstStyle/>
        <a:p>
          <a:r>
            <a:rPr lang="en-US"/>
            <a:t>Used stepwise selection </a:t>
          </a:r>
        </a:p>
      </dgm:t>
    </dgm:pt>
    <dgm:pt modelId="{598B6A1D-A23E-48FE-BBE6-21F225C6054B}" type="parTrans" cxnId="{2624E2C7-F780-47B6-8976-F69D38D047A5}">
      <dgm:prSet/>
      <dgm:spPr/>
      <dgm:t>
        <a:bodyPr/>
        <a:lstStyle/>
        <a:p>
          <a:endParaRPr lang="en-US"/>
        </a:p>
      </dgm:t>
    </dgm:pt>
    <dgm:pt modelId="{1D458787-FF41-4A95-8E13-9296EEDAB12D}" type="sibTrans" cxnId="{2624E2C7-F780-47B6-8976-F69D38D047A5}">
      <dgm:prSet/>
      <dgm:spPr/>
      <dgm:t>
        <a:bodyPr/>
        <a:lstStyle/>
        <a:p>
          <a:endParaRPr lang="en-US"/>
        </a:p>
      </dgm:t>
    </dgm:pt>
    <dgm:pt modelId="{19C51E58-9133-4E89-B07E-EF0CFBA32949}">
      <dgm:prSet/>
      <dgm:spPr/>
      <dgm:t>
        <a:bodyPr/>
        <a:lstStyle/>
        <a:p>
          <a:r>
            <a:rPr lang="en-US"/>
            <a:t>SVM:</a:t>
          </a:r>
        </a:p>
      </dgm:t>
    </dgm:pt>
    <dgm:pt modelId="{6B880E63-9446-4508-9E3A-D2D518E681B4}" type="parTrans" cxnId="{523AE9DB-058A-48AC-9EA0-A78CAE08EF39}">
      <dgm:prSet/>
      <dgm:spPr/>
      <dgm:t>
        <a:bodyPr/>
        <a:lstStyle/>
        <a:p>
          <a:endParaRPr lang="en-US"/>
        </a:p>
      </dgm:t>
    </dgm:pt>
    <dgm:pt modelId="{99F8623F-676C-4C9C-8588-8F62F458B2E7}" type="sibTrans" cxnId="{523AE9DB-058A-48AC-9EA0-A78CAE08EF39}">
      <dgm:prSet/>
      <dgm:spPr/>
      <dgm:t>
        <a:bodyPr/>
        <a:lstStyle/>
        <a:p>
          <a:endParaRPr lang="en-US"/>
        </a:p>
      </dgm:t>
    </dgm:pt>
    <dgm:pt modelId="{B294E91B-577B-423B-813B-16464067688E}">
      <dgm:prSet/>
      <dgm:spPr/>
      <dgm:t>
        <a:bodyPr/>
        <a:lstStyle/>
        <a:p>
          <a:r>
            <a:rPr lang="en-US"/>
            <a:t>Applied linear kernel</a:t>
          </a:r>
        </a:p>
      </dgm:t>
    </dgm:pt>
    <dgm:pt modelId="{F36598C3-07BA-45E5-8655-7827E4152BEC}" type="parTrans" cxnId="{59477B89-AD5D-438C-8A81-243E9C3BA7F3}">
      <dgm:prSet/>
      <dgm:spPr/>
      <dgm:t>
        <a:bodyPr/>
        <a:lstStyle/>
        <a:p>
          <a:endParaRPr lang="en-US"/>
        </a:p>
      </dgm:t>
    </dgm:pt>
    <dgm:pt modelId="{B5FFE330-71B0-44C9-867B-CE6AB6FED947}" type="sibTrans" cxnId="{59477B89-AD5D-438C-8A81-243E9C3BA7F3}">
      <dgm:prSet/>
      <dgm:spPr/>
      <dgm:t>
        <a:bodyPr/>
        <a:lstStyle/>
        <a:p>
          <a:endParaRPr lang="en-US"/>
        </a:p>
      </dgm:t>
    </dgm:pt>
    <dgm:pt modelId="{848957CD-F869-4244-80DD-7D85E095B0FC}">
      <dgm:prSet/>
      <dgm:spPr/>
      <dgm:t>
        <a:bodyPr/>
        <a:lstStyle/>
        <a:p>
          <a:r>
            <a:rPr lang="en-US"/>
            <a:t>Sensitive to scaling </a:t>
          </a:r>
        </a:p>
      </dgm:t>
    </dgm:pt>
    <dgm:pt modelId="{4F2623A7-A39B-44A1-B918-9546BEA3D8C8}" type="parTrans" cxnId="{AE138029-DD36-4DA8-9E21-5EE427409848}">
      <dgm:prSet/>
      <dgm:spPr/>
      <dgm:t>
        <a:bodyPr/>
        <a:lstStyle/>
        <a:p>
          <a:endParaRPr lang="en-US"/>
        </a:p>
      </dgm:t>
    </dgm:pt>
    <dgm:pt modelId="{32707AB4-C6D2-47DF-BBFD-F7BECF34FD23}" type="sibTrans" cxnId="{AE138029-DD36-4DA8-9E21-5EE427409848}">
      <dgm:prSet/>
      <dgm:spPr/>
      <dgm:t>
        <a:bodyPr/>
        <a:lstStyle/>
        <a:p>
          <a:endParaRPr lang="en-US"/>
        </a:p>
      </dgm:t>
    </dgm:pt>
    <dgm:pt modelId="{5E6B177F-9FE5-4AB2-903E-43448E164810}">
      <dgm:prSet/>
      <dgm:spPr/>
      <dgm:t>
        <a:bodyPr/>
        <a:lstStyle/>
        <a:p>
          <a:r>
            <a:rPr lang="en-US"/>
            <a:t>Deep Learning:</a:t>
          </a:r>
        </a:p>
      </dgm:t>
    </dgm:pt>
    <dgm:pt modelId="{06579FA5-DB77-4890-9800-FD8FED776307}" type="parTrans" cxnId="{5A8078A7-CE18-4E58-BD93-0FE2D26667DF}">
      <dgm:prSet/>
      <dgm:spPr/>
      <dgm:t>
        <a:bodyPr/>
        <a:lstStyle/>
        <a:p>
          <a:endParaRPr lang="en-US"/>
        </a:p>
      </dgm:t>
    </dgm:pt>
    <dgm:pt modelId="{A70B3D0A-4002-462F-84E6-A955AE55E44B}" type="sibTrans" cxnId="{5A8078A7-CE18-4E58-BD93-0FE2D26667DF}">
      <dgm:prSet/>
      <dgm:spPr/>
      <dgm:t>
        <a:bodyPr/>
        <a:lstStyle/>
        <a:p>
          <a:endParaRPr lang="en-US"/>
        </a:p>
      </dgm:t>
    </dgm:pt>
    <dgm:pt modelId="{B39759E6-BBBD-46A0-932B-6386CCE610D6}">
      <dgm:prSet/>
      <dgm:spPr/>
      <dgm:t>
        <a:bodyPr/>
        <a:lstStyle/>
        <a:p>
          <a:r>
            <a:rPr lang="en-US"/>
            <a:t>2 hidden layers with dropout to prevent overfitting</a:t>
          </a:r>
        </a:p>
      </dgm:t>
    </dgm:pt>
    <dgm:pt modelId="{3232D4CE-1C4C-46EB-96B9-2AD959B81C0E}" type="parTrans" cxnId="{6BB6E2C3-98E9-4ACC-B315-DCE19C7DE9CD}">
      <dgm:prSet/>
      <dgm:spPr/>
      <dgm:t>
        <a:bodyPr/>
        <a:lstStyle/>
        <a:p>
          <a:endParaRPr lang="en-US"/>
        </a:p>
      </dgm:t>
    </dgm:pt>
    <dgm:pt modelId="{1F12E144-A9E4-4BD3-8FF1-493F8B881D51}" type="sibTrans" cxnId="{6BB6E2C3-98E9-4ACC-B315-DCE19C7DE9CD}">
      <dgm:prSet/>
      <dgm:spPr/>
      <dgm:t>
        <a:bodyPr/>
        <a:lstStyle/>
        <a:p>
          <a:endParaRPr lang="en-US"/>
        </a:p>
      </dgm:t>
    </dgm:pt>
    <dgm:pt modelId="{B80930CD-D096-4139-881F-02DA1241C6F0}">
      <dgm:prSet/>
      <dgm:spPr/>
      <dgm:t>
        <a:bodyPr/>
        <a:lstStyle/>
        <a:p>
          <a:r>
            <a:rPr lang="en-US"/>
            <a:t>Trained over 100 epochs</a:t>
          </a:r>
        </a:p>
      </dgm:t>
    </dgm:pt>
    <dgm:pt modelId="{7B630A15-75B8-4753-9D80-621CF3003AC9}" type="parTrans" cxnId="{01713FCC-BDF9-4828-A36E-3595813DB967}">
      <dgm:prSet/>
      <dgm:spPr/>
      <dgm:t>
        <a:bodyPr/>
        <a:lstStyle/>
        <a:p>
          <a:endParaRPr lang="en-US"/>
        </a:p>
      </dgm:t>
    </dgm:pt>
    <dgm:pt modelId="{3BDD3356-743A-4DAD-9847-1BDABC291BDB}" type="sibTrans" cxnId="{01713FCC-BDF9-4828-A36E-3595813DB967}">
      <dgm:prSet/>
      <dgm:spPr/>
      <dgm:t>
        <a:bodyPr/>
        <a:lstStyle/>
        <a:p>
          <a:endParaRPr lang="en-US"/>
        </a:p>
      </dgm:t>
    </dgm:pt>
    <dgm:pt modelId="{68E516E9-8E44-4502-AD5A-1A007520FC60}">
      <dgm:prSet/>
      <dgm:spPr/>
      <dgm:t>
        <a:bodyPr/>
        <a:lstStyle/>
        <a:p>
          <a:r>
            <a:rPr lang="en-US"/>
            <a:t>Evaluation Metrics:</a:t>
          </a:r>
        </a:p>
      </dgm:t>
    </dgm:pt>
    <dgm:pt modelId="{FB8E5B72-7C04-42D2-ABD4-B6AA38310DA5}" type="parTrans" cxnId="{E5C0839C-DD0A-43CC-9B29-763FB38F279A}">
      <dgm:prSet/>
      <dgm:spPr/>
      <dgm:t>
        <a:bodyPr/>
        <a:lstStyle/>
        <a:p>
          <a:endParaRPr lang="en-US"/>
        </a:p>
      </dgm:t>
    </dgm:pt>
    <dgm:pt modelId="{6B485D25-4F44-49E5-8652-6A8446D7C527}" type="sibTrans" cxnId="{E5C0839C-DD0A-43CC-9B29-763FB38F279A}">
      <dgm:prSet/>
      <dgm:spPr/>
      <dgm:t>
        <a:bodyPr/>
        <a:lstStyle/>
        <a:p>
          <a:endParaRPr lang="en-US"/>
        </a:p>
      </dgm:t>
    </dgm:pt>
    <dgm:pt modelId="{305766C5-7901-4119-B324-5BD071A91B5B}">
      <dgm:prSet/>
      <dgm:spPr/>
      <dgm:t>
        <a:bodyPr/>
        <a:lstStyle/>
        <a:p>
          <a:r>
            <a:rPr lang="en-US"/>
            <a:t>Confusion Matrices</a:t>
          </a:r>
        </a:p>
      </dgm:t>
    </dgm:pt>
    <dgm:pt modelId="{F4E7E722-0774-44CC-9E30-6F93C2945F74}" type="parTrans" cxnId="{5B5F097B-BEA8-417D-A543-7F1EB16BEFD1}">
      <dgm:prSet/>
      <dgm:spPr/>
      <dgm:t>
        <a:bodyPr/>
        <a:lstStyle/>
        <a:p>
          <a:endParaRPr lang="en-US"/>
        </a:p>
      </dgm:t>
    </dgm:pt>
    <dgm:pt modelId="{1B708187-CBAB-4975-94F3-3E57CBC094F5}" type="sibTrans" cxnId="{5B5F097B-BEA8-417D-A543-7F1EB16BEFD1}">
      <dgm:prSet/>
      <dgm:spPr/>
      <dgm:t>
        <a:bodyPr/>
        <a:lstStyle/>
        <a:p>
          <a:endParaRPr lang="en-US"/>
        </a:p>
      </dgm:t>
    </dgm:pt>
    <dgm:pt modelId="{3DB37800-315A-4F59-B639-7447B2E984A8}">
      <dgm:prSet/>
      <dgm:spPr/>
      <dgm:t>
        <a:bodyPr/>
        <a:lstStyle/>
        <a:p>
          <a:r>
            <a:rPr lang="en-US"/>
            <a:t>Accuracy, Sensitivity, Specifity</a:t>
          </a:r>
        </a:p>
      </dgm:t>
    </dgm:pt>
    <dgm:pt modelId="{2B589877-327C-4C4B-98E8-9ECDF13B943C}" type="parTrans" cxnId="{4DCD09BC-1130-45D8-A8B9-5FDAD269A835}">
      <dgm:prSet/>
      <dgm:spPr/>
      <dgm:t>
        <a:bodyPr/>
        <a:lstStyle/>
        <a:p>
          <a:endParaRPr lang="en-US"/>
        </a:p>
      </dgm:t>
    </dgm:pt>
    <dgm:pt modelId="{0A91B620-658F-4064-A1B3-2D890D8A4C8F}" type="sibTrans" cxnId="{4DCD09BC-1130-45D8-A8B9-5FDAD269A835}">
      <dgm:prSet/>
      <dgm:spPr/>
      <dgm:t>
        <a:bodyPr/>
        <a:lstStyle/>
        <a:p>
          <a:endParaRPr lang="en-US"/>
        </a:p>
      </dgm:t>
    </dgm:pt>
    <dgm:pt modelId="{68B40861-E011-47FF-9A91-5D804269E9D5}">
      <dgm:prSet/>
      <dgm:spPr/>
      <dgm:t>
        <a:bodyPr/>
        <a:lstStyle/>
        <a:p>
          <a:r>
            <a:rPr lang="en-US"/>
            <a:t>ROC Curve and AUC</a:t>
          </a:r>
        </a:p>
      </dgm:t>
    </dgm:pt>
    <dgm:pt modelId="{23EB24B6-0B66-4880-85F4-957DAA9E12B3}" type="parTrans" cxnId="{FE6EECFB-45C8-4EE6-A0D6-CFE4BE44BCA7}">
      <dgm:prSet/>
      <dgm:spPr/>
      <dgm:t>
        <a:bodyPr/>
        <a:lstStyle/>
        <a:p>
          <a:endParaRPr lang="en-US"/>
        </a:p>
      </dgm:t>
    </dgm:pt>
    <dgm:pt modelId="{10E8326D-6E72-45C2-AB1B-39347CB72F4D}" type="sibTrans" cxnId="{FE6EECFB-45C8-4EE6-A0D6-CFE4BE44BCA7}">
      <dgm:prSet/>
      <dgm:spPr/>
      <dgm:t>
        <a:bodyPr/>
        <a:lstStyle/>
        <a:p>
          <a:endParaRPr lang="en-US"/>
        </a:p>
      </dgm:t>
    </dgm:pt>
    <dgm:pt modelId="{04E89C8B-5358-44A4-9B37-4383BBFA3266}" type="pres">
      <dgm:prSet presAssocID="{A1487A38-DE93-4476-9F57-B9642CE68584}" presName="Name0" presStyleCnt="0">
        <dgm:presLayoutVars>
          <dgm:dir/>
          <dgm:resizeHandles val="exact"/>
        </dgm:presLayoutVars>
      </dgm:prSet>
      <dgm:spPr/>
    </dgm:pt>
    <dgm:pt modelId="{8CB7799B-19E4-4D94-8D68-A5786614D9BA}" type="pres">
      <dgm:prSet presAssocID="{8B3F4BBF-6D57-4D71-98BD-F4D79BDB126D}" presName="node" presStyleLbl="node1" presStyleIdx="0" presStyleCnt="7">
        <dgm:presLayoutVars>
          <dgm:bulletEnabled val="1"/>
        </dgm:presLayoutVars>
      </dgm:prSet>
      <dgm:spPr/>
    </dgm:pt>
    <dgm:pt modelId="{16C9B125-A59E-4529-A89A-875BDB59891D}" type="pres">
      <dgm:prSet presAssocID="{9711749A-F1B8-4381-AC74-F9F4A4A8C67A}" presName="sibTrans" presStyleLbl="sibTrans1D1" presStyleIdx="0" presStyleCnt="6"/>
      <dgm:spPr/>
    </dgm:pt>
    <dgm:pt modelId="{67689932-39A1-4662-B2E7-87DD82B7B5F5}" type="pres">
      <dgm:prSet presAssocID="{9711749A-F1B8-4381-AC74-F9F4A4A8C67A}" presName="connectorText" presStyleLbl="sibTrans1D1" presStyleIdx="0" presStyleCnt="6"/>
      <dgm:spPr/>
    </dgm:pt>
    <dgm:pt modelId="{B2713F36-D70A-4B45-904A-178CE7274EEE}" type="pres">
      <dgm:prSet presAssocID="{19C51E58-9133-4E89-B07E-EF0CFBA32949}" presName="node" presStyleLbl="node1" presStyleIdx="1" presStyleCnt="7">
        <dgm:presLayoutVars>
          <dgm:bulletEnabled val="1"/>
        </dgm:presLayoutVars>
      </dgm:prSet>
      <dgm:spPr/>
    </dgm:pt>
    <dgm:pt modelId="{C85F867C-8EF7-4D42-BA24-A821D9C80D42}" type="pres">
      <dgm:prSet presAssocID="{99F8623F-676C-4C9C-8588-8F62F458B2E7}" presName="sibTrans" presStyleLbl="sibTrans1D1" presStyleIdx="1" presStyleCnt="6"/>
      <dgm:spPr/>
    </dgm:pt>
    <dgm:pt modelId="{EF5B77F1-0FF1-4462-9CCA-BA1ACE4E81BD}" type="pres">
      <dgm:prSet presAssocID="{99F8623F-676C-4C9C-8588-8F62F458B2E7}" presName="connectorText" presStyleLbl="sibTrans1D1" presStyleIdx="1" presStyleCnt="6"/>
      <dgm:spPr/>
    </dgm:pt>
    <dgm:pt modelId="{6E5CCFAE-9582-4FC8-BD15-629C8B1EE8E5}" type="pres">
      <dgm:prSet presAssocID="{5E6B177F-9FE5-4AB2-903E-43448E164810}" presName="node" presStyleLbl="node1" presStyleIdx="2" presStyleCnt="7">
        <dgm:presLayoutVars>
          <dgm:bulletEnabled val="1"/>
        </dgm:presLayoutVars>
      </dgm:prSet>
      <dgm:spPr/>
    </dgm:pt>
    <dgm:pt modelId="{2EF29463-6B47-4176-A4C9-F7083F016AA5}" type="pres">
      <dgm:prSet presAssocID="{A70B3D0A-4002-462F-84E6-A955AE55E44B}" presName="sibTrans" presStyleLbl="sibTrans1D1" presStyleIdx="2" presStyleCnt="6"/>
      <dgm:spPr/>
    </dgm:pt>
    <dgm:pt modelId="{25D0E10E-1BB8-46E5-8C1D-EAE60C3A32F6}" type="pres">
      <dgm:prSet presAssocID="{A70B3D0A-4002-462F-84E6-A955AE55E44B}" presName="connectorText" presStyleLbl="sibTrans1D1" presStyleIdx="2" presStyleCnt="6"/>
      <dgm:spPr/>
    </dgm:pt>
    <dgm:pt modelId="{2BB681B4-9429-45E4-86F7-64419ADFF334}" type="pres">
      <dgm:prSet presAssocID="{68E516E9-8E44-4502-AD5A-1A007520FC60}" presName="node" presStyleLbl="node1" presStyleIdx="3" presStyleCnt="7">
        <dgm:presLayoutVars>
          <dgm:bulletEnabled val="1"/>
        </dgm:presLayoutVars>
      </dgm:prSet>
      <dgm:spPr/>
    </dgm:pt>
    <dgm:pt modelId="{E458F24C-B19D-482E-8C37-137E2C28BD33}" type="pres">
      <dgm:prSet presAssocID="{6B485D25-4F44-49E5-8652-6A8446D7C527}" presName="sibTrans" presStyleLbl="sibTrans1D1" presStyleIdx="3" presStyleCnt="6"/>
      <dgm:spPr/>
    </dgm:pt>
    <dgm:pt modelId="{B228F708-68F7-4EE0-8355-94CA9879CAF3}" type="pres">
      <dgm:prSet presAssocID="{6B485D25-4F44-49E5-8652-6A8446D7C527}" presName="connectorText" presStyleLbl="sibTrans1D1" presStyleIdx="3" presStyleCnt="6"/>
      <dgm:spPr/>
    </dgm:pt>
    <dgm:pt modelId="{2C80CE4D-58D2-4DE1-A5B5-0A39CC219FF2}" type="pres">
      <dgm:prSet presAssocID="{305766C5-7901-4119-B324-5BD071A91B5B}" presName="node" presStyleLbl="node1" presStyleIdx="4" presStyleCnt="7">
        <dgm:presLayoutVars>
          <dgm:bulletEnabled val="1"/>
        </dgm:presLayoutVars>
      </dgm:prSet>
      <dgm:spPr/>
    </dgm:pt>
    <dgm:pt modelId="{6A41F475-87ED-466F-91F1-961202F98094}" type="pres">
      <dgm:prSet presAssocID="{1B708187-CBAB-4975-94F3-3E57CBC094F5}" presName="sibTrans" presStyleLbl="sibTrans1D1" presStyleIdx="4" presStyleCnt="6"/>
      <dgm:spPr/>
    </dgm:pt>
    <dgm:pt modelId="{7AB2C649-FC00-4436-B2E9-18B48D703832}" type="pres">
      <dgm:prSet presAssocID="{1B708187-CBAB-4975-94F3-3E57CBC094F5}" presName="connectorText" presStyleLbl="sibTrans1D1" presStyleIdx="4" presStyleCnt="6"/>
      <dgm:spPr/>
    </dgm:pt>
    <dgm:pt modelId="{BCFE4DFE-6034-457B-82FD-D379C7805BBA}" type="pres">
      <dgm:prSet presAssocID="{3DB37800-315A-4F59-B639-7447B2E984A8}" presName="node" presStyleLbl="node1" presStyleIdx="5" presStyleCnt="7">
        <dgm:presLayoutVars>
          <dgm:bulletEnabled val="1"/>
        </dgm:presLayoutVars>
      </dgm:prSet>
      <dgm:spPr/>
    </dgm:pt>
    <dgm:pt modelId="{FA84F5EE-3181-49CA-986E-997ED295A81A}" type="pres">
      <dgm:prSet presAssocID="{0A91B620-658F-4064-A1B3-2D890D8A4C8F}" presName="sibTrans" presStyleLbl="sibTrans1D1" presStyleIdx="5" presStyleCnt="6"/>
      <dgm:spPr/>
    </dgm:pt>
    <dgm:pt modelId="{758DD54F-C2DC-4C94-813B-117E3CA40349}" type="pres">
      <dgm:prSet presAssocID="{0A91B620-658F-4064-A1B3-2D890D8A4C8F}" presName="connectorText" presStyleLbl="sibTrans1D1" presStyleIdx="5" presStyleCnt="6"/>
      <dgm:spPr/>
    </dgm:pt>
    <dgm:pt modelId="{FF2465AB-9186-47C8-A68E-FB830C966076}" type="pres">
      <dgm:prSet presAssocID="{68B40861-E011-47FF-9A91-5D804269E9D5}" presName="node" presStyleLbl="node1" presStyleIdx="6" presStyleCnt="7">
        <dgm:presLayoutVars>
          <dgm:bulletEnabled val="1"/>
        </dgm:presLayoutVars>
      </dgm:prSet>
      <dgm:spPr/>
    </dgm:pt>
  </dgm:ptLst>
  <dgm:cxnLst>
    <dgm:cxn modelId="{4B672B0A-8183-4BD1-9878-1FFF1A8A1679}" type="presOf" srcId="{99F8623F-676C-4C9C-8588-8F62F458B2E7}" destId="{C85F867C-8EF7-4D42-BA24-A821D9C80D42}" srcOrd="0" destOrd="0" presId="urn:microsoft.com/office/officeart/2016/7/layout/RepeatingBendingProcessNew"/>
    <dgm:cxn modelId="{A5ED470B-1ADA-4B3F-ACC5-D48CCAC4E0A5}" type="presOf" srcId="{0A91B620-658F-4064-A1B3-2D890D8A4C8F}" destId="{758DD54F-C2DC-4C94-813B-117E3CA40349}" srcOrd="1" destOrd="0" presId="urn:microsoft.com/office/officeart/2016/7/layout/RepeatingBendingProcessNew"/>
    <dgm:cxn modelId="{AE138029-DD36-4DA8-9E21-5EE427409848}" srcId="{19C51E58-9133-4E89-B07E-EF0CFBA32949}" destId="{848957CD-F869-4244-80DD-7D85E095B0FC}" srcOrd="1" destOrd="0" parTransId="{4F2623A7-A39B-44A1-B918-9546BEA3D8C8}" sibTransId="{32707AB4-C6D2-47DF-BBFD-F7BECF34FD23}"/>
    <dgm:cxn modelId="{8F14752C-E86F-435A-8E2D-B17A2745053E}" type="presOf" srcId="{9711749A-F1B8-4381-AC74-F9F4A4A8C67A}" destId="{16C9B125-A59E-4529-A89A-875BDB59891D}" srcOrd="0" destOrd="0" presId="urn:microsoft.com/office/officeart/2016/7/layout/RepeatingBendingProcessNew"/>
    <dgm:cxn modelId="{277F813B-61C2-4CA7-B23D-F7474FF85C5D}" type="presOf" srcId="{6B485D25-4F44-49E5-8652-6A8446D7C527}" destId="{B228F708-68F7-4EE0-8355-94CA9879CAF3}" srcOrd="1" destOrd="0" presId="urn:microsoft.com/office/officeart/2016/7/layout/RepeatingBendingProcessNew"/>
    <dgm:cxn modelId="{F0DB403E-5BFA-489D-AFE6-F27A5DD747E7}" type="presOf" srcId="{A70B3D0A-4002-462F-84E6-A955AE55E44B}" destId="{25D0E10E-1BB8-46E5-8C1D-EAE60C3A32F6}" srcOrd="1" destOrd="0" presId="urn:microsoft.com/office/officeart/2016/7/layout/RepeatingBendingProcessNew"/>
    <dgm:cxn modelId="{C067045B-674A-4F87-A5D0-3F6A059B03D1}" type="presOf" srcId="{1B708187-CBAB-4975-94F3-3E57CBC094F5}" destId="{7AB2C649-FC00-4436-B2E9-18B48D703832}" srcOrd="1" destOrd="0" presId="urn:microsoft.com/office/officeart/2016/7/layout/RepeatingBendingProcessNew"/>
    <dgm:cxn modelId="{6966A65E-7468-442A-92B3-F5FFF8849D93}" type="presOf" srcId="{5E6B177F-9FE5-4AB2-903E-43448E164810}" destId="{6E5CCFAE-9582-4FC8-BD15-629C8B1EE8E5}" srcOrd="0" destOrd="0" presId="urn:microsoft.com/office/officeart/2016/7/layout/RepeatingBendingProcessNew"/>
    <dgm:cxn modelId="{EB0A7B60-3C9E-4620-A7D6-1FAEF7E89F46}" srcId="{8B3F4BBF-6D57-4D71-98BD-F4D79BDB126D}" destId="{B30F2D85-FC50-4EB1-8031-CEFE449EA897}" srcOrd="0" destOrd="0" parTransId="{17099142-CD72-4592-9602-78CA6D78CE31}" sibTransId="{A1DD4895-7139-4842-A593-7BAFB3D26CC3}"/>
    <dgm:cxn modelId="{ABD2A162-D209-4B01-8228-8D46923F68C1}" type="presOf" srcId="{A70B3D0A-4002-462F-84E6-A955AE55E44B}" destId="{2EF29463-6B47-4176-A4C9-F7083F016AA5}" srcOrd="0" destOrd="0" presId="urn:microsoft.com/office/officeart/2016/7/layout/RepeatingBendingProcessNew"/>
    <dgm:cxn modelId="{10BE6768-CD70-4D05-B203-F118077053BC}" type="presOf" srcId="{B30F2D85-FC50-4EB1-8031-CEFE449EA897}" destId="{8CB7799B-19E4-4D94-8D68-A5786614D9BA}" srcOrd="0" destOrd="1" presId="urn:microsoft.com/office/officeart/2016/7/layout/RepeatingBendingProcessNew"/>
    <dgm:cxn modelId="{48FA3675-B40C-493B-9A32-C0B0CE61E630}" srcId="{A1487A38-DE93-4476-9F57-B9642CE68584}" destId="{8B3F4BBF-6D57-4D71-98BD-F4D79BDB126D}" srcOrd="0" destOrd="0" parTransId="{880198BC-90A5-47DC-A64F-D96EDB2F8538}" sibTransId="{9711749A-F1B8-4381-AC74-F9F4A4A8C67A}"/>
    <dgm:cxn modelId="{6FCE5C59-AD29-4B79-A52A-8F3ED67D7B5B}" type="presOf" srcId="{68B40861-E011-47FF-9A91-5D804269E9D5}" destId="{FF2465AB-9186-47C8-A68E-FB830C966076}" srcOrd="0" destOrd="0" presId="urn:microsoft.com/office/officeart/2016/7/layout/RepeatingBendingProcessNew"/>
    <dgm:cxn modelId="{5B5F097B-BEA8-417D-A543-7F1EB16BEFD1}" srcId="{A1487A38-DE93-4476-9F57-B9642CE68584}" destId="{305766C5-7901-4119-B324-5BD071A91B5B}" srcOrd="4" destOrd="0" parTransId="{F4E7E722-0774-44CC-9E30-6F93C2945F74}" sibTransId="{1B708187-CBAB-4975-94F3-3E57CBC094F5}"/>
    <dgm:cxn modelId="{F3B76981-102F-4121-B246-866A32B64656}" type="presOf" srcId="{848957CD-F869-4244-80DD-7D85E095B0FC}" destId="{B2713F36-D70A-4B45-904A-178CE7274EEE}" srcOrd="0" destOrd="2" presId="urn:microsoft.com/office/officeart/2016/7/layout/RepeatingBendingProcessNew"/>
    <dgm:cxn modelId="{59477B89-AD5D-438C-8A81-243E9C3BA7F3}" srcId="{19C51E58-9133-4E89-B07E-EF0CFBA32949}" destId="{B294E91B-577B-423B-813B-16464067688E}" srcOrd="0" destOrd="0" parTransId="{F36598C3-07BA-45E5-8655-7827E4152BEC}" sibTransId="{B5FFE330-71B0-44C9-867B-CE6AB6FED947}"/>
    <dgm:cxn modelId="{F8F49589-23FD-4625-98D4-AB1DFA1CAA7B}" type="presOf" srcId="{A1487A38-DE93-4476-9F57-B9642CE68584}" destId="{04E89C8B-5358-44A4-9B37-4383BBFA3266}" srcOrd="0" destOrd="0" presId="urn:microsoft.com/office/officeart/2016/7/layout/RepeatingBendingProcessNew"/>
    <dgm:cxn modelId="{2F2C428C-337D-41EC-A760-35AC70C0C172}" type="presOf" srcId="{8B3F4BBF-6D57-4D71-98BD-F4D79BDB126D}" destId="{8CB7799B-19E4-4D94-8D68-A5786614D9BA}" srcOrd="0" destOrd="0" presId="urn:microsoft.com/office/officeart/2016/7/layout/RepeatingBendingProcessNew"/>
    <dgm:cxn modelId="{319C608D-10B6-48C4-8F73-9A70E484BFC6}" type="presOf" srcId="{3DB37800-315A-4F59-B639-7447B2E984A8}" destId="{BCFE4DFE-6034-457B-82FD-D379C7805BBA}" srcOrd="0" destOrd="0" presId="urn:microsoft.com/office/officeart/2016/7/layout/RepeatingBendingProcessNew"/>
    <dgm:cxn modelId="{6B191B9B-6150-4E7B-8A50-9D0CFDAB704C}" type="presOf" srcId="{99F8623F-676C-4C9C-8588-8F62F458B2E7}" destId="{EF5B77F1-0FF1-4462-9CCA-BA1ACE4E81BD}" srcOrd="1" destOrd="0" presId="urn:microsoft.com/office/officeart/2016/7/layout/RepeatingBendingProcessNew"/>
    <dgm:cxn modelId="{E5C0839C-DD0A-43CC-9B29-763FB38F279A}" srcId="{A1487A38-DE93-4476-9F57-B9642CE68584}" destId="{68E516E9-8E44-4502-AD5A-1A007520FC60}" srcOrd="3" destOrd="0" parTransId="{FB8E5B72-7C04-42D2-ABD4-B6AA38310DA5}" sibTransId="{6B485D25-4F44-49E5-8652-6A8446D7C527}"/>
    <dgm:cxn modelId="{91AA0C9F-60F1-43A0-96C1-6DBEF958D97B}" type="presOf" srcId="{68E516E9-8E44-4502-AD5A-1A007520FC60}" destId="{2BB681B4-9429-45E4-86F7-64419ADFF334}" srcOrd="0" destOrd="0" presId="urn:microsoft.com/office/officeart/2016/7/layout/RepeatingBendingProcessNew"/>
    <dgm:cxn modelId="{6D2A76A3-84BF-4949-9B07-06E9D6D9D5D5}" type="presOf" srcId="{0A91B620-658F-4064-A1B3-2D890D8A4C8F}" destId="{FA84F5EE-3181-49CA-986E-997ED295A81A}" srcOrd="0" destOrd="0" presId="urn:microsoft.com/office/officeart/2016/7/layout/RepeatingBendingProcessNew"/>
    <dgm:cxn modelId="{A30662A5-7545-4C14-AE6C-774700BDB84B}" type="presOf" srcId="{B294E91B-577B-423B-813B-16464067688E}" destId="{B2713F36-D70A-4B45-904A-178CE7274EEE}" srcOrd="0" destOrd="1" presId="urn:microsoft.com/office/officeart/2016/7/layout/RepeatingBendingProcessNew"/>
    <dgm:cxn modelId="{9AA95FA7-CFEA-443F-8A09-1CBDCA6E2510}" type="presOf" srcId="{6B485D25-4F44-49E5-8652-6A8446D7C527}" destId="{E458F24C-B19D-482E-8C37-137E2C28BD33}" srcOrd="0" destOrd="0" presId="urn:microsoft.com/office/officeart/2016/7/layout/RepeatingBendingProcessNew"/>
    <dgm:cxn modelId="{5A8078A7-CE18-4E58-BD93-0FE2D26667DF}" srcId="{A1487A38-DE93-4476-9F57-B9642CE68584}" destId="{5E6B177F-9FE5-4AB2-903E-43448E164810}" srcOrd="2" destOrd="0" parTransId="{06579FA5-DB77-4890-9800-FD8FED776307}" sibTransId="{A70B3D0A-4002-462F-84E6-A955AE55E44B}"/>
    <dgm:cxn modelId="{8E2D48AC-FD41-48E8-9EFC-9FD01E27B190}" type="presOf" srcId="{B80930CD-D096-4139-881F-02DA1241C6F0}" destId="{6E5CCFAE-9582-4FC8-BD15-629C8B1EE8E5}" srcOrd="0" destOrd="2" presId="urn:microsoft.com/office/officeart/2016/7/layout/RepeatingBendingProcessNew"/>
    <dgm:cxn modelId="{4DCD09BC-1130-45D8-A8B9-5FDAD269A835}" srcId="{A1487A38-DE93-4476-9F57-B9642CE68584}" destId="{3DB37800-315A-4F59-B639-7447B2E984A8}" srcOrd="5" destOrd="0" parTransId="{2B589877-327C-4C4B-98E8-9ECDF13B943C}" sibTransId="{0A91B620-658F-4064-A1B3-2D890D8A4C8F}"/>
    <dgm:cxn modelId="{6BB6E2C3-98E9-4ACC-B315-DCE19C7DE9CD}" srcId="{5E6B177F-9FE5-4AB2-903E-43448E164810}" destId="{B39759E6-BBBD-46A0-932B-6386CCE610D6}" srcOrd="0" destOrd="0" parTransId="{3232D4CE-1C4C-46EB-96B9-2AD959B81C0E}" sibTransId="{1F12E144-A9E4-4BD3-8FF1-493F8B881D51}"/>
    <dgm:cxn modelId="{2624E2C7-F780-47B6-8976-F69D38D047A5}" srcId="{8B3F4BBF-6D57-4D71-98BD-F4D79BDB126D}" destId="{32F01DB4-EF7A-4775-A2B4-1B39704BD1BF}" srcOrd="1" destOrd="0" parTransId="{598B6A1D-A23E-48FE-BBE6-21F225C6054B}" sibTransId="{1D458787-FF41-4A95-8E13-9296EEDAB12D}"/>
    <dgm:cxn modelId="{01713FCC-BDF9-4828-A36E-3595813DB967}" srcId="{5E6B177F-9FE5-4AB2-903E-43448E164810}" destId="{B80930CD-D096-4139-881F-02DA1241C6F0}" srcOrd="1" destOrd="0" parTransId="{7B630A15-75B8-4753-9D80-621CF3003AC9}" sibTransId="{3BDD3356-743A-4DAD-9847-1BDABC291BDB}"/>
    <dgm:cxn modelId="{5AD3F2D7-73FE-453D-8B4D-BE0E5CFE5D5D}" type="presOf" srcId="{1B708187-CBAB-4975-94F3-3E57CBC094F5}" destId="{6A41F475-87ED-466F-91F1-961202F98094}" srcOrd="0" destOrd="0" presId="urn:microsoft.com/office/officeart/2016/7/layout/RepeatingBendingProcessNew"/>
    <dgm:cxn modelId="{523AE9DB-058A-48AC-9EA0-A78CAE08EF39}" srcId="{A1487A38-DE93-4476-9F57-B9642CE68584}" destId="{19C51E58-9133-4E89-B07E-EF0CFBA32949}" srcOrd="1" destOrd="0" parTransId="{6B880E63-9446-4508-9E3A-D2D518E681B4}" sibTransId="{99F8623F-676C-4C9C-8588-8F62F458B2E7}"/>
    <dgm:cxn modelId="{F384E1DC-C7A3-4539-9F97-4533BF8508C9}" type="presOf" srcId="{19C51E58-9133-4E89-B07E-EF0CFBA32949}" destId="{B2713F36-D70A-4B45-904A-178CE7274EEE}" srcOrd="0" destOrd="0" presId="urn:microsoft.com/office/officeart/2016/7/layout/RepeatingBendingProcessNew"/>
    <dgm:cxn modelId="{B6024EDE-CEDF-48F1-BFF4-FB9DF7923F15}" type="presOf" srcId="{32F01DB4-EF7A-4775-A2B4-1B39704BD1BF}" destId="{8CB7799B-19E4-4D94-8D68-A5786614D9BA}" srcOrd="0" destOrd="2" presId="urn:microsoft.com/office/officeart/2016/7/layout/RepeatingBendingProcessNew"/>
    <dgm:cxn modelId="{298414F6-DA98-43FB-9769-AA14F3D0D248}" type="presOf" srcId="{305766C5-7901-4119-B324-5BD071A91B5B}" destId="{2C80CE4D-58D2-4DE1-A5B5-0A39CC219FF2}" srcOrd="0" destOrd="0" presId="urn:microsoft.com/office/officeart/2016/7/layout/RepeatingBendingProcessNew"/>
    <dgm:cxn modelId="{29809DF9-D748-449B-8CE4-013F208E960F}" type="presOf" srcId="{B39759E6-BBBD-46A0-932B-6386CCE610D6}" destId="{6E5CCFAE-9582-4FC8-BD15-629C8B1EE8E5}" srcOrd="0" destOrd="1" presId="urn:microsoft.com/office/officeart/2016/7/layout/RepeatingBendingProcessNew"/>
    <dgm:cxn modelId="{16EDD2FA-6C2B-490F-AB2D-E9D4D3AB2DE7}" type="presOf" srcId="{9711749A-F1B8-4381-AC74-F9F4A4A8C67A}" destId="{67689932-39A1-4662-B2E7-87DD82B7B5F5}" srcOrd="1" destOrd="0" presId="urn:microsoft.com/office/officeart/2016/7/layout/RepeatingBendingProcessNew"/>
    <dgm:cxn modelId="{FE6EECFB-45C8-4EE6-A0D6-CFE4BE44BCA7}" srcId="{A1487A38-DE93-4476-9F57-B9642CE68584}" destId="{68B40861-E011-47FF-9A91-5D804269E9D5}" srcOrd="6" destOrd="0" parTransId="{23EB24B6-0B66-4880-85F4-957DAA9E12B3}" sibTransId="{10E8326D-6E72-45C2-AB1B-39347CB72F4D}"/>
    <dgm:cxn modelId="{F6BF26EE-0635-4709-AE7F-7BFC140CE443}" type="presParOf" srcId="{04E89C8B-5358-44A4-9B37-4383BBFA3266}" destId="{8CB7799B-19E4-4D94-8D68-A5786614D9BA}" srcOrd="0" destOrd="0" presId="urn:microsoft.com/office/officeart/2016/7/layout/RepeatingBendingProcessNew"/>
    <dgm:cxn modelId="{2BE8AEB3-FF8B-4ACA-912E-C1641F50BAC7}" type="presParOf" srcId="{04E89C8B-5358-44A4-9B37-4383BBFA3266}" destId="{16C9B125-A59E-4529-A89A-875BDB59891D}" srcOrd="1" destOrd="0" presId="urn:microsoft.com/office/officeart/2016/7/layout/RepeatingBendingProcessNew"/>
    <dgm:cxn modelId="{68D52718-0F7D-4CE2-AABE-4BCF3DF0F68C}" type="presParOf" srcId="{16C9B125-A59E-4529-A89A-875BDB59891D}" destId="{67689932-39A1-4662-B2E7-87DD82B7B5F5}" srcOrd="0" destOrd="0" presId="urn:microsoft.com/office/officeart/2016/7/layout/RepeatingBendingProcessNew"/>
    <dgm:cxn modelId="{44C07825-7394-4BB6-A75B-2E682C69FB34}" type="presParOf" srcId="{04E89C8B-5358-44A4-9B37-4383BBFA3266}" destId="{B2713F36-D70A-4B45-904A-178CE7274EEE}" srcOrd="2" destOrd="0" presId="urn:microsoft.com/office/officeart/2016/7/layout/RepeatingBendingProcessNew"/>
    <dgm:cxn modelId="{219E064C-4D56-43E8-B14F-F794C09A7C57}" type="presParOf" srcId="{04E89C8B-5358-44A4-9B37-4383BBFA3266}" destId="{C85F867C-8EF7-4D42-BA24-A821D9C80D42}" srcOrd="3" destOrd="0" presId="urn:microsoft.com/office/officeart/2016/7/layout/RepeatingBendingProcessNew"/>
    <dgm:cxn modelId="{AD90AF74-5FB8-4202-AE4E-A63BA1DC3A4F}" type="presParOf" srcId="{C85F867C-8EF7-4D42-BA24-A821D9C80D42}" destId="{EF5B77F1-0FF1-4462-9CCA-BA1ACE4E81BD}" srcOrd="0" destOrd="0" presId="urn:microsoft.com/office/officeart/2016/7/layout/RepeatingBendingProcessNew"/>
    <dgm:cxn modelId="{921AF718-1544-4769-919D-2D98518AED47}" type="presParOf" srcId="{04E89C8B-5358-44A4-9B37-4383BBFA3266}" destId="{6E5CCFAE-9582-4FC8-BD15-629C8B1EE8E5}" srcOrd="4" destOrd="0" presId="urn:microsoft.com/office/officeart/2016/7/layout/RepeatingBendingProcessNew"/>
    <dgm:cxn modelId="{BAB66D7A-71C7-4360-8C7A-533B7B4269C9}" type="presParOf" srcId="{04E89C8B-5358-44A4-9B37-4383BBFA3266}" destId="{2EF29463-6B47-4176-A4C9-F7083F016AA5}" srcOrd="5" destOrd="0" presId="urn:microsoft.com/office/officeart/2016/7/layout/RepeatingBendingProcessNew"/>
    <dgm:cxn modelId="{A7E298AE-4DCF-40CE-A31D-A9694CF1682A}" type="presParOf" srcId="{2EF29463-6B47-4176-A4C9-F7083F016AA5}" destId="{25D0E10E-1BB8-46E5-8C1D-EAE60C3A32F6}" srcOrd="0" destOrd="0" presId="urn:microsoft.com/office/officeart/2016/7/layout/RepeatingBendingProcessNew"/>
    <dgm:cxn modelId="{4BA2D366-E139-41BA-B942-F53A56157BA7}" type="presParOf" srcId="{04E89C8B-5358-44A4-9B37-4383BBFA3266}" destId="{2BB681B4-9429-45E4-86F7-64419ADFF334}" srcOrd="6" destOrd="0" presId="urn:microsoft.com/office/officeart/2016/7/layout/RepeatingBendingProcessNew"/>
    <dgm:cxn modelId="{8AE6A1C0-7121-4BB4-ADB6-97BC84C625D4}" type="presParOf" srcId="{04E89C8B-5358-44A4-9B37-4383BBFA3266}" destId="{E458F24C-B19D-482E-8C37-137E2C28BD33}" srcOrd="7" destOrd="0" presId="urn:microsoft.com/office/officeart/2016/7/layout/RepeatingBendingProcessNew"/>
    <dgm:cxn modelId="{5916D528-2AA0-487A-A060-2BDDB7F2EEBA}" type="presParOf" srcId="{E458F24C-B19D-482E-8C37-137E2C28BD33}" destId="{B228F708-68F7-4EE0-8355-94CA9879CAF3}" srcOrd="0" destOrd="0" presId="urn:microsoft.com/office/officeart/2016/7/layout/RepeatingBendingProcessNew"/>
    <dgm:cxn modelId="{DCE4E3B0-BC27-4FD9-8117-E90BD5C0BC6C}" type="presParOf" srcId="{04E89C8B-5358-44A4-9B37-4383BBFA3266}" destId="{2C80CE4D-58D2-4DE1-A5B5-0A39CC219FF2}" srcOrd="8" destOrd="0" presId="urn:microsoft.com/office/officeart/2016/7/layout/RepeatingBendingProcessNew"/>
    <dgm:cxn modelId="{34B16AE1-5439-489F-8AA7-84ACE5C744C8}" type="presParOf" srcId="{04E89C8B-5358-44A4-9B37-4383BBFA3266}" destId="{6A41F475-87ED-466F-91F1-961202F98094}" srcOrd="9" destOrd="0" presId="urn:microsoft.com/office/officeart/2016/7/layout/RepeatingBendingProcessNew"/>
    <dgm:cxn modelId="{8A52AA16-DB33-4A84-A1A3-C5CDF708ACA9}" type="presParOf" srcId="{6A41F475-87ED-466F-91F1-961202F98094}" destId="{7AB2C649-FC00-4436-B2E9-18B48D703832}" srcOrd="0" destOrd="0" presId="urn:microsoft.com/office/officeart/2016/7/layout/RepeatingBendingProcessNew"/>
    <dgm:cxn modelId="{1DC3F9E1-BB1A-4F09-BA08-E845FA139333}" type="presParOf" srcId="{04E89C8B-5358-44A4-9B37-4383BBFA3266}" destId="{BCFE4DFE-6034-457B-82FD-D379C7805BBA}" srcOrd="10" destOrd="0" presId="urn:microsoft.com/office/officeart/2016/7/layout/RepeatingBendingProcessNew"/>
    <dgm:cxn modelId="{6D88E953-A169-44B3-A854-6A852E5F7FBA}" type="presParOf" srcId="{04E89C8B-5358-44A4-9B37-4383BBFA3266}" destId="{FA84F5EE-3181-49CA-986E-997ED295A81A}" srcOrd="11" destOrd="0" presId="urn:microsoft.com/office/officeart/2016/7/layout/RepeatingBendingProcessNew"/>
    <dgm:cxn modelId="{3EB4E45C-09FC-4470-9E37-50DAD235AC04}" type="presParOf" srcId="{FA84F5EE-3181-49CA-986E-997ED295A81A}" destId="{758DD54F-C2DC-4C94-813B-117E3CA40349}" srcOrd="0" destOrd="0" presId="urn:microsoft.com/office/officeart/2016/7/layout/RepeatingBendingProcessNew"/>
    <dgm:cxn modelId="{184BD867-727B-4962-AA9A-9358F1783BCB}" type="presParOf" srcId="{04E89C8B-5358-44A4-9B37-4383BBFA3266}" destId="{FF2465AB-9186-47C8-A68E-FB830C966076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5C1A7-8157-4293-BFB3-279F8EB7C8FC}">
      <dsp:nvSpPr>
        <dsp:cNvPr id="0" name=""/>
        <dsp:cNvSpPr/>
      </dsp:nvSpPr>
      <dsp:spPr>
        <a:xfrm>
          <a:off x="3264408" y="2254570"/>
          <a:ext cx="91440" cy="8333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3333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8529" y="2666916"/>
        <a:ext cx="43196" cy="8639"/>
      </dsp:txXfrm>
    </dsp:sp>
    <dsp:sp modelId="{ED15E99B-1342-447A-8AB4-DF2D96EAE6BD}">
      <dsp:nvSpPr>
        <dsp:cNvPr id="0" name=""/>
        <dsp:cNvSpPr/>
      </dsp:nvSpPr>
      <dsp:spPr>
        <a:xfrm>
          <a:off x="1432018" y="2639"/>
          <a:ext cx="3756219" cy="225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058" tIns="193201" rIns="184058" bIns="193201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Main Research Question:</a:t>
          </a:r>
        </a:p>
      </dsp:txBody>
      <dsp:txXfrm>
        <a:off x="1432018" y="2639"/>
        <a:ext cx="3756219" cy="2253731"/>
      </dsp:txXfrm>
    </dsp:sp>
    <dsp:sp modelId="{42C24FFD-422E-4EA1-AB3B-7AD389C4ED4C}">
      <dsp:nvSpPr>
        <dsp:cNvPr id="0" name=""/>
        <dsp:cNvSpPr/>
      </dsp:nvSpPr>
      <dsp:spPr>
        <a:xfrm>
          <a:off x="1432018" y="3120301"/>
          <a:ext cx="3756219" cy="2253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058" tIns="193201" rIns="184058" bIns="193201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are we able to build a predictive model to identify employees at risk of attrition using HR data?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Objectives: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Develop classification models(GLM, SVM, Deep Learning)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Compare model performance using metrics such as accuracy, AUC, sensitivity and specificity.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Identify key features affecting attrition( e.g., overtime, age, job role)</a:t>
          </a:r>
        </a:p>
      </dsp:txBody>
      <dsp:txXfrm>
        <a:off x="1432018" y="3120301"/>
        <a:ext cx="3756219" cy="2253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96E90-3B20-4CAE-81F9-7714F83F20A0}">
      <dsp:nvSpPr>
        <dsp:cNvPr id="0" name=""/>
        <dsp:cNvSpPr/>
      </dsp:nvSpPr>
      <dsp:spPr>
        <a:xfrm>
          <a:off x="2378353" y="851006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2843" y="893991"/>
        <a:ext cx="27346" cy="5469"/>
      </dsp:txXfrm>
    </dsp:sp>
    <dsp:sp modelId="{AE84D1BB-8E79-4676-BA89-3CBBA2560442}">
      <dsp:nvSpPr>
        <dsp:cNvPr id="0" name=""/>
        <dsp:cNvSpPr/>
      </dsp:nvSpPr>
      <dsp:spPr>
        <a:xfrm>
          <a:off x="2219" y="183346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 set is IBM HR Analytics data set.</a:t>
          </a:r>
        </a:p>
      </dsp:txBody>
      <dsp:txXfrm>
        <a:off x="2219" y="183346"/>
        <a:ext cx="2377933" cy="1426760"/>
      </dsp:txXfrm>
    </dsp:sp>
    <dsp:sp modelId="{73E41577-6292-4702-BD21-88D4C8A895FC}">
      <dsp:nvSpPr>
        <dsp:cNvPr id="0" name=""/>
        <dsp:cNvSpPr/>
      </dsp:nvSpPr>
      <dsp:spPr>
        <a:xfrm>
          <a:off x="5303212" y="851006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47701" y="893991"/>
        <a:ext cx="27346" cy="5469"/>
      </dsp:txXfrm>
    </dsp:sp>
    <dsp:sp modelId="{C35A64C8-E41C-4400-8934-21834E0C1A61}">
      <dsp:nvSpPr>
        <dsp:cNvPr id="0" name=""/>
        <dsp:cNvSpPr/>
      </dsp:nvSpPr>
      <dsp:spPr>
        <a:xfrm>
          <a:off x="2927078" y="183346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Contains 1470 observations</a:t>
          </a:r>
        </a:p>
      </dsp:txBody>
      <dsp:txXfrm>
        <a:off x="2927078" y="183346"/>
        <a:ext cx="2377933" cy="1426760"/>
      </dsp:txXfrm>
    </dsp:sp>
    <dsp:sp modelId="{C2B9239B-E26E-4A76-A930-260A9792D896}">
      <dsp:nvSpPr>
        <dsp:cNvPr id="0" name=""/>
        <dsp:cNvSpPr/>
      </dsp:nvSpPr>
      <dsp:spPr>
        <a:xfrm>
          <a:off x="8228071" y="851006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72560" y="893991"/>
        <a:ext cx="27346" cy="5469"/>
      </dsp:txXfrm>
    </dsp:sp>
    <dsp:sp modelId="{4767E0D5-CB3A-45D8-A299-B5673E6E9EFB}">
      <dsp:nvSpPr>
        <dsp:cNvPr id="0" name=""/>
        <dsp:cNvSpPr/>
      </dsp:nvSpPr>
      <dsp:spPr>
        <a:xfrm>
          <a:off x="5851937" y="183346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variable: Attrition (Yes=1, No=0)</a:t>
          </a:r>
        </a:p>
      </dsp:txBody>
      <dsp:txXfrm>
        <a:off x="5851937" y="183346"/>
        <a:ext cx="2377933" cy="1426760"/>
      </dsp:txXfrm>
    </dsp:sp>
    <dsp:sp modelId="{256C9F32-D048-4A65-8CAF-85764BE792B4}">
      <dsp:nvSpPr>
        <dsp:cNvPr id="0" name=""/>
        <dsp:cNvSpPr/>
      </dsp:nvSpPr>
      <dsp:spPr>
        <a:xfrm>
          <a:off x="1191186" y="1608306"/>
          <a:ext cx="8774576" cy="516324"/>
        </a:xfrm>
        <a:custGeom>
          <a:avLst/>
          <a:gdLst/>
          <a:ahLst/>
          <a:cxnLst/>
          <a:rect l="0" t="0" r="0" b="0"/>
          <a:pathLst>
            <a:path>
              <a:moveTo>
                <a:pt x="8774576" y="0"/>
              </a:moveTo>
              <a:lnTo>
                <a:pt x="8774576" y="275262"/>
              </a:lnTo>
              <a:lnTo>
                <a:pt x="0" y="275262"/>
              </a:lnTo>
              <a:lnTo>
                <a:pt x="0" y="5163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8684" y="1863734"/>
        <a:ext cx="439580" cy="5469"/>
      </dsp:txXfrm>
    </dsp:sp>
    <dsp:sp modelId="{DD3C636E-2A76-4DA9-A349-7A1991D818D6}">
      <dsp:nvSpPr>
        <dsp:cNvPr id="0" name=""/>
        <dsp:cNvSpPr/>
      </dsp:nvSpPr>
      <dsp:spPr>
        <a:xfrm>
          <a:off x="8776796" y="183346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predictors: Age, monthly income, job role, over time, job satisfaction</a:t>
          </a:r>
        </a:p>
      </dsp:txBody>
      <dsp:txXfrm>
        <a:off x="8776796" y="183346"/>
        <a:ext cx="2377933" cy="1426760"/>
      </dsp:txXfrm>
    </dsp:sp>
    <dsp:sp modelId="{1635D1B7-AF8A-4F91-BD22-DDE6CD5F2322}">
      <dsp:nvSpPr>
        <dsp:cNvPr id="0" name=""/>
        <dsp:cNvSpPr/>
      </dsp:nvSpPr>
      <dsp:spPr>
        <a:xfrm>
          <a:off x="2378353" y="2824691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2843" y="2867676"/>
        <a:ext cx="27346" cy="5469"/>
      </dsp:txXfrm>
    </dsp:sp>
    <dsp:sp modelId="{EBA1B733-CFC7-4254-8AB5-C98791629C9D}">
      <dsp:nvSpPr>
        <dsp:cNvPr id="0" name=""/>
        <dsp:cNvSpPr/>
      </dsp:nvSpPr>
      <dsp:spPr>
        <a:xfrm>
          <a:off x="2219" y="2157031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Preprocessing: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Constant columns were removed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Converted categorical variables to factors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Scaled feature for SVM and neural networks</a:t>
          </a:r>
        </a:p>
      </dsp:txBody>
      <dsp:txXfrm>
        <a:off x="2219" y="2157031"/>
        <a:ext cx="2377933" cy="1426760"/>
      </dsp:txXfrm>
    </dsp:sp>
    <dsp:sp modelId="{F029D4CF-3DE6-4ECE-B01B-B6629F3790E1}">
      <dsp:nvSpPr>
        <dsp:cNvPr id="0" name=""/>
        <dsp:cNvSpPr/>
      </dsp:nvSpPr>
      <dsp:spPr>
        <a:xfrm>
          <a:off x="5303212" y="2824691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47701" y="2867676"/>
        <a:ext cx="27346" cy="5469"/>
      </dsp:txXfrm>
    </dsp:sp>
    <dsp:sp modelId="{17215109-A7EF-4634-B41E-41B3C2F4CB40}">
      <dsp:nvSpPr>
        <dsp:cNvPr id="0" name=""/>
        <dsp:cNvSpPr/>
      </dsp:nvSpPr>
      <dsp:spPr>
        <a:xfrm>
          <a:off x="2927078" y="2157031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Limitations:</a:t>
          </a:r>
        </a:p>
      </dsp:txBody>
      <dsp:txXfrm>
        <a:off x="2927078" y="2157031"/>
        <a:ext cx="2377933" cy="1426760"/>
      </dsp:txXfrm>
    </dsp:sp>
    <dsp:sp modelId="{8FB6E238-CF40-4A62-ADC7-35535FA73E72}">
      <dsp:nvSpPr>
        <dsp:cNvPr id="0" name=""/>
        <dsp:cNvSpPr/>
      </dsp:nvSpPr>
      <dsp:spPr>
        <a:xfrm>
          <a:off x="8228071" y="2824691"/>
          <a:ext cx="5163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632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72560" y="2867676"/>
        <a:ext cx="27346" cy="5469"/>
      </dsp:txXfrm>
    </dsp:sp>
    <dsp:sp modelId="{ABA28017-3C8B-417E-AE44-1A8C74283024}">
      <dsp:nvSpPr>
        <dsp:cNvPr id="0" name=""/>
        <dsp:cNvSpPr/>
      </dsp:nvSpPr>
      <dsp:spPr>
        <a:xfrm>
          <a:off x="5851937" y="2157031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Imbalanced classes( more yes than no)</a:t>
          </a:r>
        </a:p>
      </dsp:txBody>
      <dsp:txXfrm>
        <a:off x="5851937" y="2157031"/>
        <a:ext cx="2377933" cy="1426760"/>
      </dsp:txXfrm>
    </dsp:sp>
    <dsp:sp modelId="{167E0E9F-FA6F-4C00-9A94-83DB858CED75}">
      <dsp:nvSpPr>
        <dsp:cNvPr id="0" name=""/>
        <dsp:cNvSpPr/>
      </dsp:nvSpPr>
      <dsp:spPr>
        <a:xfrm>
          <a:off x="8776796" y="2157031"/>
          <a:ext cx="2377933" cy="1426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521" tIns="122309" rIns="116521" bIns="12230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some variables offered little predictive power(e.g., over 18). </a:t>
          </a:r>
        </a:p>
      </dsp:txBody>
      <dsp:txXfrm>
        <a:off x="8776796" y="2157031"/>
        <a:ext cx="2377933" cy="1426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9B125-A59E-4529-A89A-875BDB59891D}">
      <dsp:nvSpPr>
        <dsp:cNvPr id="0" name=""/>
        <dsp:cNvSpPr/>
      </dsp:nvSpPr>
      <dsp:spPr>
        <a:xfrm>
          <a:off x="1776132" y="997106"/>
          <a:ext cx="3772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24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4556" y="1040786"/>
        <a:ext cx="20392" cy="4078"/>
      </dsp:txXfrm>
    </dsp:sp>
    <dsp:sp modelId="{8CB7799B-19E4-4D94-8D68-A5786614D9BA}">
      <dsp:nvSpPr>
        <dsp:cNvPr id="0" name=""/>
        <dsp:cNvSpPr/>
      </dsp:nvSpPr>
      <dsp:spPr>
        <a:xfrm>
          <a:off x="4710" y="510859"/>
          <a:ext cx="1773221" cy="10639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Glm (Logistic Regression):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Simple and easily interpretable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Used stepwise selection </a:t>
          </a:r>
        </a:p>
      </dsp:txBody>
      <dsp:txXfrm>
        <a:off x="4710" y="510859"/>
        <a:ext cx="1773221" cy="1063932"/>
      </dsp:txXfrm>
    </dsp:sp>
    <dsp:sp modelId="{C85F867C-8EF7-4D42-BA24-A821D9C80D42}">
      <dsp:nvSpPr>
        <dsp:cNvPr id="0" name=""/>
        <dsp:cNvSpPr/>
      </dsp:nvSpPr>
      <dsp:spPr>
        <a:xfrm>
          <a:off x="3957194" y="997106"/>
          <a:ext cx="3772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24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5619" y="1040786"/>
        <a:ext cx="20392" cy="4078"/>
      </dsp:txXfrm>
    </dsp:sp>
    <dsp:sp modelId="{B2713F36-D70A-4B45-904A-178CE7274EEE}">
      <dsp:nvSpPr>
        <dsp:cNvPr id="0" name=""/>
        <dsp:cNvSpPr/>
      </dsp:nvSpPr>
      <dsp:spPr>
        <a:xfrm>
          <a:off x="2185773" y="510859"/>
          <a:ext cx="1773221" cy="10639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SVM: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Applied linear kernel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Sensitive to scaling </a:t>
          </a:r>
        </a:p>
      </dsp:txBody>
      <dsp:txXfrm>
        <a:off x="2185773" y="510859"/>
        <a:ext cx="1773221" cy="1063932"/>
      </dsp:txXfrm>
    </dsp:sp>
    <dsp:sp modelId="{2EF29463-6B47-4176-A4C9-F7083F016AA5}">
      <dsp:nvSpPr>
        <dsp:cNvPr id="0" name=""/>
        <dsp:cNvSpPr/>
      </dsp:nvSpPr>
      <dsp:spPr>
        <a:xfrm>
          <a:off x="891321" y="1572992"/>
          <a:ext cx="4362125" cy="377240"/>
        </a:xfrm>
        <a:custGeom>
          <a:avLst/>
          <a:gdLst/>
          <a:ahLst/>
          <a:cxnLst/>
          <a:rect l="0" t="0" r="0" b="0"/>
          <a:pathLst>
            <a:path>
              <a:moveTo>
                <a:pt x="4362125" y="0"/>
              </a:moveTo>
              <a:lnTo>
                <a:pt x="4362125" y="205720"/>
              </a:lnTo>
              <a:lnTo>
                <a:pt x="0" y="205720"/>
              </a:lnTo>
              <a:lnTo>
                <a:pt x="0" y="37724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2855" y="1759573"/>
        <a:ext cx="219057" cy="4078"/>
      </dsp:txXfrm>
    </dsp:sp>
    <dsp:sp modelId="{6E5CCFAE-9582-4FC8-BD15-629C8B1EE8E5}">
      <dsp:nvSpPr>
        <dsp:cNvPr id="0" name=""/>
        <dsp:cNvSpPr/>
      </dsp:nvSpPr>
      <dsp:spPr>
        <a:xfrm>
          <a:off x="4366835" y="510859"/>
          <a:ext cx="1773221" cy="106393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Deep Learning: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2 hidden layers with dropout to prevent overfitting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Trained over 100 epochs</a:t>
          </a:r>
        </a:p>
      </dsp:txBody>
      <dsp:txXfrm>
        <a:off x="4366835" y="510859"/>
        <a:ext cx="1773221" cy="1063932"/>
      </dsp:txXfrm>
    </dsp:sp>
    <dsp:sp modelId="{E458F24C-B19D-482E-8C37-137E2C28BD33}">
      <dsp:nvSpPr>
        <dsp:cNvPr id="0" name=""/>
        <dsp:cNvSpPr/>
      </dsp:nvSpPr>
      <dsp:spPr>
        <a:xfrm>
          <a:off x="1776132" y="2468880"/>
          <a:ext cx="3772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240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4556" y="2512560"/>
        <a:ext cx="20392" cy="4078"/>
      </dsp:txXfrm>
    </dsp:sp>
    <dsp:sp modelId="{2BB681B4-9429-45E4-86F7-64419ADFF334}">
      <dsp:nvSpPr>
        <dsp:cNvPr id="0" name=""/>
        <dsp:cNvSpPr/>
      </dsp:nvSpPr>
      <dsp:spPr>
        <a:xfrm>
          <a:off x="4710" y="1982633"/>
          <a:ext cx="1773221" cy="10639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Evaluation Metrics:</a:t>
          </a:r>
        </a:p>
      </dsp:txBody>
      <dsp:txXfrm>
        <a:off x="4710" y="1982633"/>
        <a:ext cx="1773221" cy="1063932"/>
      </dsp:txXfrm>
    </dsp:sp>
    <dsp:sp modelId="{6A41F475-87ED-466F-91F1-961202F98094}">
      <dsp:nvSpPr>
        <dsp:cNvPr id="0" name=""/>
        <dsp:cNvSpPr/>
      </dsp:nvSpPr>
      <dsp:spPr>
        <a:xfrm>
          <a:off x="3957194" y="2468880"/>
          <a:ext cx="3772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24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5619" y="2512560"/>
        <a:ext cx="20392" cy="4078"/>
      </dsp:txXfrm>
    </dsp:sp>
    <dsp:sp modelId="{2C80CE4D-58D2-4DE1-A5B5-0A39CC219FF2}">
      <dsp:nvSpPr>
        <dsp:cNvPr id="0" name=""/>
        <dsp:cNvSpPr/>
      </dsp:nvSpPr>
      <dsp:spPr>
        <a:xfrm>
          <a:off x="2185773" y="1982633"/>
          <a:ext cx="1773221" cy="106393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Confusion Matrices</a:t>
          </a:r>
        </a:p>
      </dsp:txBody>
      <dsp:txXfrm>
        <a:off x="2185773" y="1982633"/>
        <a:ext cx="1773221" cy="1063932"/>
      </dsp:txXfrm>
    </dsp:sp>
    <dsp:sp modelId="{FA84F5EE-3181-49CA-986E-997ED295A81A}">
      <dsp:nvSpPr>
        <dsp:cNvPr id="0" name=""/>
        <dsp:cNvSpPr/>
      </dsp:nvSpPr>
      <dsp:spPr>
        <a:xfrm>
          <a:off x="891321" y="3044766"/>
          <a:ext cx="4362125" cy="377240"/>
        </a:xfrm>
        <a:custGeom>
          <a:avLst/>
          <a:gdLst/>
          <a:ahLst/>
          <a:cxnLst/>
          <a:rect l="0" t="0" r="0" b="0"/>
          <a:pathLst>
            <a:path>
              <a:moveTo>
                <a:pt x="4362125" y="0"/>
              </a:moveTo>
              <a:lnTo>
                <a:pt x="4362125" y="205720"/>
              </a:lnTo>
              <a:lnTo>
                <a:pt x="0" y="205720"/>
              </a:lnTo>
              <a:lnTo>
                <a:pt x="0" y="37724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2855" y="3231347"/>
        <a:ext cx="219057" cy="4078"/>
      </dsp:txXfrm>
    </dsp:sp>
    <dsp:sp modelId="{BCFE4DFE-6034-457B-82FD-D379C7805BBA}">
      <dsp:nvSpPr>
        <dsp:cNvPr id="0" name=""/>
        <dsp:cNvSpPr/>
      </dsp:nvSpPr>
      <dsp:spPr>
        <a:xfrm>
          <a:off x="4366835" y="1982633"/>
          <a:ext cx="1773221" cy="10639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Accuracy, Sensitivity, Specifity</a:t>
          </a:r>
        </a:p>
      </dsp:txBody>
      <dsp:txXfrm>
        <a:off x="4366835" y="1982633"/>
        <a:ext cx="1773221" cy="1063932"/>
      </dsp:txXfrm>
    </dsp:sp>
    <dsp:sp modelId="{FF2465AB-9186-47C8-A68E-FB830C966076}">
      <dsp:nvSpPr>
        <dsp:cNvPr id="0" name=""/>
        <dsp:cNvSpPr/>
      </dsp:nvSpPr>
      <dsp:spPr>
        <a:xfrm>
          <a:off x="4710" y="3454407"/>
          <a:ext cx="1773221" cy="10639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889" tIns="91206" rIns="86889" bIns="9120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ROC Curve and AUC</a:t>
          </a:r>
        </a:p>
      </dsp:txBody>
      <dsp:txXfrm>
        <a:off x="4710" y="3454407"/>
        <a:ext cx="1773221" cy="1063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CC82D-DDBD-44AA-BF33-E8164A9AF348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EEAA7-2F42-46BD-BF18-82D54E11E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4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EEAA7-2F42-46BD-BF18-82D54E11ED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06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9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4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9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4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2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0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5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1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3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1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1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2025-12-08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6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7F724-C0E2-BFED-7CA1-5BCC5AFFD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788" y="966178"/>
            <a:ext cx="4081295" cy="3806281"/>
          </a:xfrm>
        </p:spPr>
        <p:txBody>
          <a:bodyPr anchor="t">
            <a:normAutofit/>
          </a:bodyPr>
          <a:lstStyle/>
          <a:p>
            <a:r>
              <a:rPr lang="en-US" sz="6000" dirty="0"/>
              <a:t>Why Predict Employee Attrition?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B4C5B4A6-B16C-9B94-0666-D52C74544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r="8747" b="-2"/>
          <a:stretch>
            <a:fillRect/>
          </a:stretch>
        </p:blipFill>
        <p:spPr>
          <a:xfrm>
            <a:off x="517869" y="965741"/>
            <a:ext cx="4636680" cy="380628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662BC62-77AE-7E22-BC43-F7CC5841CF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69" y="5102361"/>
            <a:ext cx="900112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attrition leads to high costs for businesses (recruitment, loss of knowledge, reduced productivity).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attrition helps HR departments take proactive steps to retain talent.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rich HR datasets machine learning provides a practical approach to model employee turnover.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basis: Past research (e.g., logistic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regression, neural networks in HR analytics) has shown the effectiveness of data driven attrition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40230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96052-AE46-9934-5BF6-23095524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/>
              <a:t>What are we trying to find out?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5D5830-DFE6-C5B5-5958-B8650A2DB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811427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358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E5DBA-AEC4-004A-5531-D798D085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About the data 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FC451B-1095-5914-A8DC-CD37DE2BAF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4245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858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4BABE-AF4C-9CD5-BC9E-1409B7FC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Modelling and Evaluation Approach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DFFAFD-F2F9-F4BD-0C59-FE236CFAB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12965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857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148DC-8C15-67BC-0A62-F1B93FCC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Which Model Performed Best?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B58AFBF-F2AB-5B42-EBC9-5AD38A073A8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 Overall: GLM (highest AUC + interpretability)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SVM: Close second, slightly lower AUC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Neural Network: Lower performance, likely due to overfitting and class imbalance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Conclusion: GLM offers strong predictive power and insights, making it the most practical choice for HR teams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C3F4663D-0808-FF6D-5BEF-59EF49F82B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3565946"/>
              </p:ext>
            </p:extLst>
          </p:nvPr>
        </p:nvGraphicFramePr>
        <p:xfrm>
          <a:off x="517867" y="2646114"/>
          <a:ext cx="4959826" cy="1561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162">
                  <a:extLst>
                    <a:ext uri="{9D8B030D-6E8A-4147-A177-3AD203B41FA5}">
                      <a16:colId xmlns:a16="http://schemas.microsoft.com/office/drawing/2014/main" val="2541282738"/>
                    </a:ext>
                  </a:extLst>
                </a:gridCol>
                <a:gridCol w="1040405">
                  <a:extLst>
                    <a:ext uri="{9D8B030D-6E8A-4147-A177-3AD203B41FA5}">
                      <a16:colId xmlns:a16="http://schemas.microsoft.com/office/drawing/2014/main" val="181610099"/>
                    </a:ext>
                  </a:extLst>
                </a:gridCol>
                <a:gridCol w="1114118">
                  <a:extLst>
                    <a:ext uri="{9D8B030D-6E8A-4147-A177-3AD203B41FA5}">
                      <a16:colId xmlns:a16="http://schemas.microsoft.com/office/drawing/2014/main" val="1485392433"/>
                    </a:ext>
                  </a:extLst>
                </a:gridCol>
                <a:gridCol w="1114118">
                  <a:extLst>
                    <a:ext uri="{9D8B030D-6E8A-4147-A177-3AD203B41FA5}">
                      <a16:colId xmlns:a16="http://schemas.microsoft.com/office/drawing/2014/main" val="1299068963"/>
                    </a:ext>
                  </a:extLst>
                </a:gridCol>
                <a:gridCol w="735023">
                  <a:extLst>
                    <a:ext uri="{9D8B030D-6E8A-4147-A177-3AD203B41FA5}">
                      <a16:colId xmlns:a16="http://schemas.microsoft.com/office/drawing/2014/main" val="1461817768"/>
                    </a:ext>
                  </a:extLst>
                </a:gridCol>
              </a:tblGrid>
              <a:tr h="333604">
                <a:tc>
                  <a:txBody>
                    <a:bodyPr/>
                    <a:lstStyle/>
                    <a:p>
                      <a:r>
                        <a:rPr lang="en-US" sz="1500"/>
                        <a:t>Model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Accuracy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Sensitivity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Specificity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AUC</a:t>
                      </a:r>
                    </a:p>
                  </a:txBody>
                  <a:tcPr marL="75819" marR="75819" marT="37909" marB="37909"/>
                </a:tc>
                <a:extLst>
                  <a:ext uri="{0D108BD9-81ED-4DB2-BD59-A6C34878D82A}">
                    <a16:rowId xmlns:a16="http://schemas.microsoft.com/office/drawing/2014/main" val="2900329059"/>
                  </a:ext>
                </a:extLst>
              </a:tr>
              <a:tr h="333604">
                <a:tc>
                  <a:txBody>
                    <a:bodyPr/>
                    <a:lstStyle/>
                    <a:p>
                      <a:r>
                        <a:rPr lang="en-US" sz="1500"/>
                        <a:t>GLM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87.76%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0.973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0.413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0.845</a:t>
                      </a:r>
                    </a:p>
                  </a:txBody>
                  <a:tcPr marL="75819" marR="75819" marT="37909" marB="37909"/>
                </a:tc>
                <a:extLst>
                  <a:ext uri="{0D108BD9-81ED-4DB2-BD59-A6C34878D82A}">
                    <a16:rowId xmlns:a16="http://schemas.microsoft.com/office/drawing/2014/main" val="514865047"/>
                  </a:ext>
                </a:extLst>
              </a:tr>
              <a:tr h="333604">
                <a:tc>
                  <a:txBody>
                    <a:bodyPr/>
                    <a:lstStyle/>
                    <a:p>
                      <a:r>
                        <a:rPr lang="en-US" sz="1500"/>
                        <a:t>SVM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85.94%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0.962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0.360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0.842</a:t>
                      </a:r>
                    </a:p>
                  </a:txBody>
                  <a:tcPr marL="75819" marR="75819" marT="37909" marB="37909"/>
                </a:tc>
                <a:extLst>
                  <a:ext uri="{0D108BD9-81ED-4DB2-BD59-A6C34878D82A}">
                    <a16:rowId xmlns:a16="http://schemas.microsoft.com/office/drawing/2014/main" val="1640421741"/>
                  </a:ext>
                </a:extLst>
              </a:tr>
              <a:tr h="561061">
                <a:tc>
                  <a:txBody>
                    <a:bodyPr/>
                    <a:lstStyle/>
                    <a:p>
                      <a:r>
                        <a:rPr lang="en-US" sz="1500"/>
                        <a:t>Neural Network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84.12%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0.961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0.341</a:t>
                      </a:r>
                    </a:p>
                  </a:txBody>
                  <a:tcPr marL="75819" marR="75819" marT="37909" marB="37909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0.807</a:t>
                      </a:r>
                    </a:p>
                  </a:txBody>
                  <a:tcPr marL="75819" marR="75819" marT="37909" marB="37909"/>
                </a:tc>
                <a:extLst>
                  <a:ext uri="{0D108BD9-81ED-4DB2-BD59-A6C34878D82A}">
                    <a16:rowId xmlns:a16="http://schemas.microsoft.com/office/drawing/2014/main" val="217267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91044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377</Words>
  <Application>Microsoft Office PowerPoint</Application>
  <PresentationFormat>Widescreen</PresentationFormat>
  <Paragraphs>64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Bierstadt</vt:lpstr>
      <vt:lpstr>GestaltVTI</vt:lpstr>
      <vt:lpstr>Why Predict Employee Attrition?</vt:lpstr>
      <vt:lpstr>What are we trying to find out?</vt:lpstr>
      <vt:lpstr>About the data set</vt:lpstr>
      <vt:lpstr>Modelling and Evaluation Approach </vt:lpstr>
      <vt:lpstr>Which Model Performed Best?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Bakang Thebe</dc:creator>
  <cp:lastModifiedBy>Bakang Thebe</cp:lastModifiedBy>
  <cp:revision>1</cp:revision>
  <dcterms:created xsi:type="dcterms:W3CDTF">2025-12-08T21:21:18Z</dcterms:created>
  <dcterms:modified xsi:type="dcterms:W3CDTF">2025-12-08T22:09:10Z</dcterms:modified>
</cp:coreProperties>
</file>